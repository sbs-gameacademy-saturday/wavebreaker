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주가 끝나면 Phase 6 이 끝난다. Phase 5 는 '잡는 게임', Phase 6 은 '강해지고 이길 수 있는 게임' 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086은 일부러 수치를 코드에 박는다. 087에서 그걸로 고생시켜야 SO 의 이유가 몸에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숫자가 아니라 느낌을 만드는 게 게임 디자인이다. 최대 체력 회복이 그 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칼 피해를 올렸는데 안 세진다는 질문이 반드시 나온다. Build() 를 빼고 한 번 실행해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회사에서 밸런싱은 기획자가 한다. 그 사람들이 코드를 열어야 하냐고 물으면 학생이 스스로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[CreateAssetMenu] 를 빼면 에셋을 만들 방법이 아예 없다. 일부러 빼고 Create 메뉴를 열어 보여준다. 결정적인 차이는 표의 마지막 줄이다. 에셋 파일 하나만 클릭하면 수치가 보인다. 그 파일을 기획자에게 줄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함정을 안 짚으면 088에서 '다음 판에도 칼이 8개' 라는 사고가 난다. 반드시 실연한다.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학생은 보통 '전부 넣어야죠' 라고 답한다. 빈 칸투성이 에셋 그림을 보여주면 스스로 생각을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087에서 15분 걸린 밸런싱을 여기서 30초에 해 보인다. 러너 속도를 8로 올렸다가 6.5로 되돌리는 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minLimit 은 연사만 쓴다. 작을수록 좋은 값이라 하한이 필요하다. 다른 종류는 0 으로 두고 안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시연은 30초면 끝난다. 그런데 학생이 SO 를 이해했는지 여부가 여기서 갈린다.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정답은 없다. 학생이 재밌다고 느낀 게 정답이다. 이 40분이 게임 회사에서 기획자가 하는 일이다.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base.Die() 누락은 072의 base.TakeDamage 와 같은 사고다. 세 번째다. 보스가 안 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버그는 070부터 있었지만 칼이 하나일 땐 드러나지 않았다. 자주 돌려봐야 한다는 이야기를 여기서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보스 시간은 테스트할 때 5/10/15 로 줄인다. 제출 전에 180/360/600 으로 되돌리는 걸 잊지 않게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7 은 기능이 안 늘어나는데 완전히 다른 게임처럼 보이게 만드는 구간이다. 그 예고를 명확히 해둔다.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코드를 안 고친다.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15분 고생시킨 뒤에 ScriptableObject 를 연다. 순서를 바꾸면 안 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90_Bo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892808"/>
            <a:ext cx="4352544" cy="2450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086 – 090회차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6 · 데이터 분리와 보스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087의 앞 15분이 이번 주 전체를 결정한다.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업그레이드 8종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212848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수치를 코드에 박아둔다 — 087의 재료다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ScriptableObject 도입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999232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15분 고생시킨다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EnemyData · WeaponData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3785616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빼고 무엇을 남길지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UpgradeData + 밸런싱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572000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후반 40분은 코드 금지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보스와 클리어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코드 30줄. 나머지는 조합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6263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문법은 [CreateAssetMenu] 하나뿐이다.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기능은 하나도 없다.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이미 만들어둔 시스템의 숫자만 골랐다.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업그레이드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건드리는 것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만든 회차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 +1 · 회전 + · 피해 +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MeleeRing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96712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 · 077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9008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연사 + · 총알 피해 + · 관통 +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099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AutoGun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3099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 · 079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57016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이동 +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6667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PlayerController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3666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12394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최대 체력 +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PlayerHealth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4233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9087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5166360"/>
            <a:ext cx="6766560" cy="978408"/>
          </a:xfrm>
          <a:prstGeom prst="roundRect">
            <a:avLst>
              <a:gd name="adj" fmla="val 1560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" y="5367528"/>
            <a:ext cx="625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전: 칼=3 회전=180 칼피해=3 총간격=0.50 총피해=3 관통=2 체력=20/20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후: 칼=4 회전=225 칼피해=4 총간격=0.44 총피해=4 관통=3 체력=25/25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625449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8종을 한 번씩 적용한 전후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3종일 땐 매번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카드였다.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017520"/>
            <a:ext cx="35689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종류가 3개인데 3장을 뽑으니 항상 전부 나온다. 8종이 되어야 처음으로 "뭘 고를까" 가 생긴다.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4663440"/>
            <a:ext cx="35689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최대 체력은 올린 만큼 회복도 시킨다. 안 그러면 체감이 없다.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 달린 칼은 옛 값을 갖고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값만 바꾸면 새로 만드는 것부터 적용된다.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AddBladeDamage(int step)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bladeDamage += step;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Build();   // 이미 달린 칼에도 적용되게 다시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927348"/>
            <a:ext cx="676656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128516"/>
            <a:ext cx="625449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MeleeRing.Build() 안, 칼을 만든 직후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(blade.TryGetComponent(out Blade b))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b.Setup(bladeDamage, hitInterval);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총알은 반대다.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468880"/>
            <a:ext cx="356890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총알은 만들어질 때마다 새 값을 받는다. 079에서 배운 그대로 — 복사본의 값이 바뀌는 것이지 프리팹 원본이 바뀌는 게 아니다.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4297680"/>
            <a:ext cx="3568903" cy="1463040"/>
          </a:xfrm>
          <a:prstGeom prst="roundRect">
            <a:avLst>
              <a:gd name="adj" fmla="val 1562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4617720"/>
            <a:ext cx="29288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077의 Build() 가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여기서 또 값을 한다.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15분 고생시킨다.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SO 를 먼저 설명하면 학생은 코드만 베낀다.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칼 회전 +        45  →  60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이동 +          0.6 →  0.4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최대 체력 +       5  →  8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연사 하한       0.12 → 0.15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돌진형 체력      10  →  12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러너 속도       5.5  →  6.5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탱커 피해 감소   50% →  40%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3388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강사는 도와주지 않는다.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79602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순회만 하고 15분을 꽉 채운다. 중간에 "몇 개 파일 열었어요?" 를 한 번 묻는다. 보통 스크립트 4~5개 + 프리팹 2~3개다.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1965960"/>
            <a:ext cx="4300423" cy="2011680"/>
          </a:xfrm>
          <a:prstGeom prst="roundRect">
            <a:avLst>
              <a:gd name="adj" fmla="val 11364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0" y="2240280"/>
            <a:ext cx="35689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순서를 절대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바꾸지 않는다.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154680"/>
            <a:ext cx="356890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CE8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15분이 이 회차의 절반이다. 아깝게 느껴져도 줄이지 않는다.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아픈 곳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4297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4700016"/>
            <a:ext cx="43004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4864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파일이 여러 개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4864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뭐가 있는지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5285232"/>
            <a:ext cx="43004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매번 컴파일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5394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하나에 몇 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5815584"/>
            <a:ext cx="43004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59253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기획자가 못 한다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5925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열어야 하니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6345936"/>
            <a:ext cx="43004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"[SerializeField] 로도 되잖아요?"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반드시 나오는 질문이다. 표로 답한다.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[SerializeField]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34072" y="196596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ScriptableObject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 저장되나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5328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오브젝트 하나에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34072" y="253288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에셋 파일 하나에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900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프리팹 3종의 값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099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 3개를 각각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34072" y="3099816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에셋 3개, 관리가 같다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570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값을 여럿이 공유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666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한다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3666744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파일을 여럿이 본다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1239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 없이 열어보기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프리팹을 열어야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34072" y="4233672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 창에서 바로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908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516636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4984" y="536752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[CreateAssetMenu(fileName = "Enemy_", menuName = "WaveBreaker/Enemy Data")]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EnemyData : ScriptableObject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maxHealth = 10;   public Color color = Color.white;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SO 는 Play 중 바꾼 값이 저장된다.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일반 컴포넌트와 정반대다. 장점이자 함정이다.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중 값을 바꾸면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일반 컴포넌트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867912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Stop 하면 되돌아간다 (037)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71800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ScriptableObject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 남는다 — 파일이니까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520440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995928"/>
            <a:ext cx="6766560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" y="4197096"/>
            <a:ext cx="62544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 →  (Awake 에서 한 번 복사)  →  런타임 필드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중 업그레이드는 런타임 필드만 올린다. SO 파일은 그대로다.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534009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만약 SO 를 직접 올렸다면?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5797296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판 할 때마다 영구히 세지는 게임이 된다. 다음 판을 원래 수치로 시작하려면 반드시 복사해서 써야 한다.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1965960"/>
            <a:ext cx="3568903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2286000"/>
            <a:ext cx="29288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밸런싱할 땐 편하고,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실수로 바꾸면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그대로 남는다.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206240"/>
            <a:ext cx="356890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Play 중 체력을 100 으로 바꾸고 Stop 한 뒤 다시 보게 한다. 100 이 남아 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빼는 게 정답이 아니다.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빼면 좋은 것만 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03504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5229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EnemyData 에 전부 넣으면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┌──────────────────────────┐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체력 · 피해 · 속도 · 색 · 크기 │  셋 다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피해 감소      (탱커만)     │  둘은 안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돌진 피해      (돌진형만)   │  둘은 안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최종 보스인가   (보스만)    │  셋 다 안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빈 칸투성이 에셋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54456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"빼는 게 좋은가" 가 아니다.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0017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"여럿이 공유하는가" 를 묻는다. 이 판단이 실무의 대부분이다.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어떤 값인가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5097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 두나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223760" y="2368296"/>
            <a:ext cx="420898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종류가 쓴다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25328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EnemyData (SO)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3026664"/>
            <a:ext cx="42089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 종류만 쓴다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컴포넌트에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3630168"/>
            <a:ext cx="42089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4105656"/>
            <a:ext cx="42089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종류가 하나면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찾아갈 곳이 명확하다.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5065776"/>
            <a:ext cx="42089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탱커의 damageReduction 은 TankEnemy.cs 에 남긴다. 탱커 프리팹에서 고치면 된다.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몬스터는 종류마다, 무기는 하나에.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 두 개뿐이고 둘 다 플레이어 것이다.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에셋 나누기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3309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종류마다 하나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종류가 계속 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136392" y="3136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한 파일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30952" y="31363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두 개뿐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105656"/>
            <a:ext cx="676656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306824"/>
            <a:ext cx="625449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[Header("회전 칼")]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bladeCount = 3;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bladeRotateSpeed = 180f;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[Header("자동 총")]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gunFireInterval = 0.5f;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gunPierce = 2;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Data 폴더를 연다.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863840" y="2514600"/>
            <a:ext cx="3568903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2715768"/>
            <a:ext cx="3056839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Enemy_Charger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Enemy_Runner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Enemy_Tank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WeaponData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178808"/>
            <a:ext cx="35689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게임의 수치가 전부 여기 있다. 파일 네 개다. 코드를 한 줄도 안 열고 밸런싱할 수 있다.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638708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나중에 무기가 다섯 개가 되면 그때 나눈다. 지금 나누면 파일만 늘어난다.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무엇이 코드고 무엇이 데이터인가.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switch 는 남는다. 남아야 맞다.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867912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 동작하나 (로직)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3867912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2666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36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얼마나 · 뭐라고 (수치 · 글자)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63016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4105656"/>
            <a:ext cx="676656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14984" y="4306824"/>
            <a:ext cx="6254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어떻게 — 코드에 남는다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UpgradeType.BladeSpeed: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meleeRing.AddRotateSpeed(data.value);   // 얼마나 — 데이터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labels[i].text = $"{data.title}\n&lt;size=60%&gt;{data.description}";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3840" y="1965960"/>
            <a:ext cx="3568903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19872" y="2167128"/>
            <a:ext cx="3056839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UpgradeType type;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title;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description;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value;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minLimit;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3881628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value 하나가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종류마다 다른 뜻.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841748"/>
            <a:ext cx="35689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칼이면 개수, 회전이면 각도, 체력이면 회복량. 종류마다 클래스를 나누면 파일이 8개가 된다.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9번째 카드를 코드 없이 만든다.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이게 SO 를 쓰는 이유다.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949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39112" y="25328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Upgrade_BladeDamage 를 Ctrl+D 로 복사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58952" y="299008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998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39112" y="30998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title = 칼 피해 +3, value = 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58952" y="3557016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6667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39112" y="36667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LevelUpView 의 Upgrades 배열에 넣는다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8952" y="4123944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233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39112" y="42336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 — 새 카드가 나온다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58952" y="4690872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16636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코드를 한 줄도 안 고쳤다.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623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콘텐츠가 늘어도 코드는 그대로다. 087에서 15분 고생한 게 여기서 값을 한다.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1965960"/>
            <a:ext cx="3386023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2167128"/>
            <a:ext cx="2873959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Upgrade_BladeCount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Upgrade_BladeSpeed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Upgrade_BladeDamage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Upgrade_FireRate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Upgrade_GunDamage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Upgrade_Pierce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Upgrade_MoveSpeed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Upgrade_MaxHealth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Upgrade_BladeDamageBig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658868"/>
            <a:ext cx="33860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9번째만 굵게. 코드가 아니라 파일이 늘었다.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후반 40분은 코드를 열지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학생이 처음으로 "기획자" 를 해본다.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340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5분을 버틸 수 있게 만들어라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레벨을 10 이상 올릴 수 있게 만들어라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그런데 너무 쉬우면 안 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 한 번은 죽을 뻔해야 한다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만질 수 있는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123944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2885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Enemy_*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4288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 · 피해 · 속도 · 크기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472744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4837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WeaponData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8371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칼 · 총 시작 수치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27608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385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Upgrade_*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53858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강해지나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82472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9344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Inspector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5934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경험치 곡선 · 웨이브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637336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1965960"/>
            <a:ext cx="43004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번에 하나만.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423160"/>
            <a:ext cx="43004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여러 개를 동시에 바꾸면 뭐 때문에 달라졌는지 모른다. 밸런싱의 기본 규칙이다. 반드시 못 박는다.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3749040"/>
            <a:ext cx="4300423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3950208"/>
            <a:ext cx="3788359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바꾼 것    전 → 후    결과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러너 속도  5.5 → 6.5  좋다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칼 개수    3 → 4      너무 쉬움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baseExp    5 → 4      재밌다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5573268"/>
            <a:ext cx="43004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기록지를 나눠준다. 강사는 "뭘 바꿨고 그래서 어떻게 됐냐" 만 묻는다.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보스는 30줄이다.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070 · 088 · 073 을 조합하면 나온다.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3035808"/>
          </a:xfrm>
          <a:prstGeom prst="roundRect">
            <a:avLst>
              <a:gd name="adj" fmla="val 503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BossEnemy : Enemy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[SerializeField] private bool isFinal;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override void Die()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base.Die();   // 처치 수 · 젬 · 제거는 부모가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(isFinal)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GameManager.Instance.ChangeState(GameState.Clear);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63840" y="2368296"/>
            <a:ext cx="356890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25328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Enemy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25328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 상속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880360"/>
            <a:ext cx="35689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Attack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29900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337560"/>
            <a:ext cx="35689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4472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OnCollisionStay2D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447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3794760"/>
            <a:ext cx="35689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0" y="3904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base.Die()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39044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0" y="4251960"/>
            <a:ext cx="35689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4361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EnemyData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4361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4709160"/>
            <a:ext cx="356890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0" y="5138928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크기도 색도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데이터에서 온다.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5641848"/>
            <a:ext cx="35689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088에서 EnemyData 에 넣어둔 덕분이다. 안 뺐으면 프리팹 3개를 손으로 고쳐야 했다.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" y="527608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nextBoss++ 를 빼면 매 프레임 보스가 쏟아진다. 일부러 빼고 보여준다.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보스를 잡아보니 Die() 가 5번 불렸다.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칼이 하나였을 땐 안 드러나던 버그다.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858000" cy="1184148"/>
          </a:xfrm>
          <a:prstGeom prst="roundRect">
            <a:avLst>
              <a:gd name="adj" fmla="val 12896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34593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보스 처치! — 보스 III     ← 5번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 상태: Clear          ← 4번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 = 5                 ← 1마리 잡았는데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598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고치기 전, 한 프레임에 여러 번 피해를 준 결과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3744468"/>
            <a:ext cx="685800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14984" y="3945636"/>
            <a:ext cx="634593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virtual void TakeDamage(int amount)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(currentHealth &lt;= 0) return;   // 이 한 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currentHealth -= amount;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1965960"/>
            <a:ext cx="34774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여러 번인가.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423160"/>
            <a:ext cx="347746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Destroy 는 프레임 끝에 처리된다. 같은 프레임에 칼 네 자루와 총알이 맞으면 체력이 0 이하인데 Die() 가 또 불린다.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3977640"/>
            <a:ext cx="34774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080에서 플레이어에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넣었던 그 검사다.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4937760"/>
            <a:ext cx="34774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재측정: 처치 1번 · Clear 1번 · kills 1. 게임이 커져야 보이는 버그다.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처음으로 이길 수 있는 게임이 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066에서 만든 GameState.Clear 를 24주 만에 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852160" cy="3767328"/>
          </a:xfrm>
          <a:prstGeom prst="roundRect">
            <a:avLst>
              <a:gd name="adj" fmla="val 606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090_Cl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5449824" cy="28895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129784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보스 처치 → 클리어 · timeScale 0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확인한 것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1965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측정값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95160" y="2368296"/>
            <a:ext cx="443758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보스 3종 스폰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2532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정해진 시각에 1번씩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95160" y="2935224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95160" y="3044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· 색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3044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/ 3.5 / 4.0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3447288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95160" y="3557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9281160" y="355701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 / 350 / 700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995160" y="3959352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9516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보스 처치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4069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Clear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95160" y="4471416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95160" y="45811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클리어 직후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9281160" y="458114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 = 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95160" y="4983480"/>
            <a:ext cx="443758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995160" y="5321808"/>
            <a:ext cx="44375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R 로 다시 시작하는 경로는 080과 같다. IsFinished 하나로 게임오버와 클리어를 같이 다룬다.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6 회고 — 10회차 동안.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새 문법은 네 개. 그런데 게임이 완전히 달라졌다.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5 (080)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34072" y="178308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6 (090)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10판을 하면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10판이 똑같다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34072" y="235000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판이 다르다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743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강해지나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852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강해진다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2" y="285292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레벨업으로 강해진다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2461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355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끝이 있나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3355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죽는 것뿐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335584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클리어가 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858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밸런싱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3858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코드를 고쳐야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38587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파일만 고치면 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4544568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문법: MoveTowards · =&gt; 프로퍼티 · Time.timeScale · [CreateAssetMenu]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Phase 7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재밌어졌다. 그런데 못생겼다.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091회차 –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57972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HUD · 이펙트 · 사운드 · 연출.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18주차 · 코드를 안 고친다</dc:title>
  <dc:subject>PptxGenJS Presentation</dc:subject>
  <dc:creator>WaveBreaker 강의</dc:creator>
  <cp:lastModifiedBy>WaveBreaker 강의</cp:lastModifiedBy>
  <cp:revision>1</cp:revision>
  <dcterms:created xsi:type="dcterms:W3CDTF">2026-09-02T14:17:17Z</dcterms:created>
  <dcterms:modified xsi:type="dcterms:W3CDTF">2026-09-02T14:17:17Z</dcterms:modified>
</cp:coreProperties>
</file>