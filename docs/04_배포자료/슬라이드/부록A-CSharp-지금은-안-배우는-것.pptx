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덱은 강의안이 아니라 안내용이다. 학생이 저장소를 열어보고 '이건 왜 안 해요' 라고 물을 때 쓴다. 매 기수 나오는 질문이라 미리 답을 준비해 두는 게 낫다. 파일 수는 2026-09-03 기준 78개이고 저장소가 계속 커지는 중이므로 숫자는 그때그때 확인한다.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숫자를 먼저 보여주는 게 설득력이 있다. '안 가르친다' 가 아니라 '예산이 30회차뿐이다' 라는 프레임으로 말한다. 자른 것들은 이 덱 뒷부분에서 하나씩 이유를 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②를 미리 예습하겠다는 학생이 꼭 나온다. 말리지는 않되 '그때 다시 할 거라 급하지 않다' 고 말해준다. 진짜로 급한 건 3주차 반복문이다.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102회차에서 이 코드를 처음 보여줄 때 '이거 6장에서 봤죠' 라고 회수한다. Dictionary 를 미리 가르치는 것보다 이 자리가 훨씬 잘 붙는다. 101회차의 렉 체험이 바로 앞에 있어서 동기가 이미 만들어져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싱글 구간에서는 이벤트를 한 번도 안 쓴다. HUDView 가 Update 에서 매 프레임 읽어 그리기 때문이다. 그래서 delegate/event 의 첫 실전은 115회차 NetworkVariable.OnValueChanged 다. 구독 해제(-=)를 안 하면 사라진 오브젝트를 계속 부른다는 점을 그 자리에서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Property 는 Chapter7 에 있지만 024회차에 당겨서 쓴다. 은닉성(Class8) 바로 다음이 자연스럽다. 챕터 순서와 회차 순서가 1:1이 아니라는 걸 강사가 알고 있어야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꺾쇠 괄호를 처음 보는 학생이 겁을 먹는다. '담을 것의 종류를 적는 칸' 이라고만 말해주면 넘어간다. 016회차 List&lt;int&gt; 에서 이미 지나간 문법이라는 걸 짚어준다.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124회차 사고표 첫 줄이 'Play 모드가 아니면 초기화 실패' 다. 그 에러를 try/catch 로 잡아 로그로 보여주는 흐름을 그 자리에서 만든다. 문법을 미리 배울 필요가 없는 대표적인 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21주차 실측에서 풀링만으로는 프레임이 안 돌아왔고 개수 상한(maxAlive 250)이 결정적이었다. 그래서 이 두 장은 '원인 설명' 용이지 '해결책' 이 아니다. 그 점을 강사가 헷갈리지 않아야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표를 인쇄해 두면 학생이 '이건 언제 해요' 라고 물을 때 바로 답할 수 있다. 회차 번호를 말해주는 것 자체가 불안을 크게 줄인다.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웹이나 업무 프로그램이면 정규식이 필수다. 게임 클라이언트에서는 거의 안 쓴다. '분야가 다르면 필요한 문법도 다르다' 는 설명을 여기서 한 번 해두면 좋다.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도 안 쓴다. 되돌리기(undo)나 탐색 알고리즘이 있으면 나오는데 우리 게임엔 없다. 학생이 알고리즘 공부를 하고 싶다고 하면 그건 별개 트랙이라고 말해준다.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진도가 빠른 학생이 Reflection 을 발견하고 신기해하는 경우가 있다. 막지는 말되 '본 프로젝트에는 넣지 말자' 고 선을 긋는다. 유니티에서 Reflection 은 성능 문제도 있다. Action/Func 는 읽을 일은 있어도 직접 선언할 일이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커리큘럼은 무엇을 넣느냐가 아니라 무엇을 빼느냐로 결정된다. 이 슬라이드는 학생보다 강사에게 필요한 장이다. 요청이 들어올 때 흔들리지 않으려면 기준이 명시돼 있어야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0 위험 신호에 '진도 빠른 학생이 지루해함 → 콘솔 과제 난이도를 열어준다' 가 있다. 이 과제가 그 카드다. 유니티를 미리 알려주는 것보다 이쪽이 낫다.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종강 때 이 장을 한 번 더 보여준다. 130회차의 '하나를 깊게' 와 이어진다. 저장소가 남아 있다는 사실 자체가 학생에게 안심이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19659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부록 A · CSharpStudyProject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237744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지금은 안 배웁니다.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34564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001–030 범위 밖 자료 — 언제 다시 만나는지, 왜 안 쓰는지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8952" y="4206240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4434840"/>
            <a:ext cx="35579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나중에 쓴다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4736592"/>
            <a:ext cx="32836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여덟 갈래 · 유니티 구간에서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316882" y="4434840"/>
            <a:ext cx="35579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아예 안 쓴다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316882" y="4736592"/>
            <a:ext cx="32836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열 가지 · 자리가 없다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874813" y="4434840"/>
            <a:ext cx="35579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도전 과제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874813" y="4736592"/>
            <a:ext cx="32836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RPGProjectil.md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파일은 78개, 회차는 30개다.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다 하면 게임을 못 만든다.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챕터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050792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내용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622792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파일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994392" y="1965960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쓰나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5328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Chapter1_Data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050792" y="25328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변수 · 자료형 · 연산자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622792" y="25328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994392" y="2532888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82549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9352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Chapter2_CodeFlow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050792" y="29352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조건문 · 반복문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22792" y="29352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994392" y="2935224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8952" y="322783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Chapter3_String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050792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문자열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22792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994392" y="3337560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2개만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363016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37398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Chapter4_Method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050792" y="3739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메서드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622792" y="37398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994392" y="3739896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8952" y="403250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8952" y="41422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Chapter5_OOP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050792" y="41422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클래스 · 상속 · 다형성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622792" y="41422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994392" y="4142232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12개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58952" y="44348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58952" y="45445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Chapter6_DataStructure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050792" y="4544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배열 · List · Dictionary …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622792" y="45445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994392" y="4544568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58952" y="483717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58952" y="49469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Chapter7_Extension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050792" y="49469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제네릭 · 델리게이트 · 람다 …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622792" y="49469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9994392" y="4946904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2개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58952" y="523951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58952" y="5513832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고른 기준은 하나다 — "게임을 만들 때 실제로 쓰는가"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세 부류로 나눴다.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'안 배운다' 와 '안 쓴다' 는 다르다.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부류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685032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언제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6793992" y="1965960"/>
            <a:ext cx="4636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25328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 지금 배운다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3685032" y="2532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001–030회차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93992" y="2532888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변수 · 반복문 · 클래스 · 상속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9718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30815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 나중에 만난다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685032" y="30815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유니티 구간 (031–130)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793992" y="3081528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Dictionary · Event · Generic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5204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6301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 아예 안 쓴다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3685032" y="36301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과정에는 자리가 없다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93992" y="3630168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정규식 · Reflection · 클로저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40690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445312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②는 "미리 볼 필요 없다" 는 뜻이다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" y="4910328"/>
            <a:ext cx="106737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필요해지는 회차에 그 자리에서 배운다. 문법을 먼저 외우고 나중에 쓰는 것보다, 막힌 자리에서 배우는 게 훨씬 오래 남는다.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나중 ①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Dictionary 와 Queue — 102회차에 나온다.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오브젝트 풀링. 이 과정에서 자료구조가 가장 크게 쓰이는 자리다.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자료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99432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회차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793992" y="1920240"/>
            <a:ext cx="4636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어디에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0066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4871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Chapter6/Class4.cs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487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793992" y="2487168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Dictionary — 프리팹별 서랍을 찾는다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85292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9626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Chapter6/Class6.cs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99432" y="29626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93992" y="2962656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Queue — 서랍 안에 쌓아 둔다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32841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" y="3712464"/>
            <a:ext cx="10673791" cy="2007108"/>
          </a:xfrm>
          <a:prstGeom prst="roundRect">
            <a:avLst>
              <a:gd name="adj" fmla="val 7608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4984" y="3913632"/>
            <a:ext cx="10161727" cy="160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PoolManager.cs — 실제 코드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readonly Dictionary&lt;GameObject, Queue&lt;GameObject&gt;&gt; drawers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new Dictionary&lt;GameObject, Queue&lt;GameObject&gt;&gt;();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"어느 프리팹의" 서랍을 찾아서 "하나 꺼낸다"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(!drawers.TryGetValue(prefab, out Queue&lt;GameObject&gt; drawer)) { ...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(drawer.Count &gt; 0 &amp;&amp; go == null) go = drawer.Dequeue();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58952" y="5902452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List 만 알아도 게임은 만들어진다. 그런데 여기서는 안 된다.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나중 ②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Delegate 와 Event — 115회차에 나온다.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"값이 바뀌면 알려줘" 를 처음 쓰는 자리다.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2212848"/>
          </a:xfrm>
          <a:prstGeom prst="roundRect">
            <a:avLst>
              <a:gd name="adj" fmla="val 690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싱글 HUD 는 이벤트를 안 쓴다 — 매 프레임 읽어서 그린다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Update() { healthBar.Set(playerHealth.Current, playerHealth.Max);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115회차 NetworkHealthDemo.cs — 여기서 처음 += 가 나온다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Health.OnValueChanged += OnHealthChanged;    // 바뀌면 불러줘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Health.OnValueChanged -= OnHealthChanged;    // 사라질 땐 반드시 뗀다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OnHealthChanged(int before, int after) { ... 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389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자료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4389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회차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793992" y="4389120"/>
            <a:ext cx="4636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어디에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8952" y="479145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49560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Chapter7/Class4.cs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49560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115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793992" y="4956048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Delegate — 함수를 값처럼 담는다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528523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5394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Chapter7/Class6.cs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99432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115·119·122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93992" y="5394960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Event — += 로 구독하고 -= 로 뗀다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572414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나중 ③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Property 는 세 번 만난다.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024에서 한 번 배우고, 070·081에서 다시 쓴다.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회차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404872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696712" y="1965960"/>
            <a:ext cx="5733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거기서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328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024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404872" y="25328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처음 배운다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5696712" y="2532888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"필드를 열어두면 아무나 체력을 -999로 바꾼다"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9260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0358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404872" y="30358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PlayerHealth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5696712" y="3035808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Current 는 읽기만, 바꾸는 건 메서드로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4290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5387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404872" y="35387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PlayerLevel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5696712" y="3538728"/>
            <a:ext cx="573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 가 바뀌면 레벨업을 검사해야 한다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393192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" y="4315968"/>
            <a:ext cx="10673791" cy="1595628"/>
          </a:xfrm>
          <a:prstGeom prst="roundRect">
            <a:avLst>
              <a:gd name="adj" fmla="val 957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14984" y="4517136"/>
            <a:ext cx="10161727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Chapter7/Class3.cs — Property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 Current { get; private set; }   // 밖에서 읽기만 된다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121회차 CameraFollow 에도 그대로 나온다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float Span { get; private set; }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나중 ④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Generic — 115회차에 한 줄이면 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만들 일은 없다. 읽을 줄만 알면 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2007108"/>
          </a:xfrm>
          <a:prstGeom prst="roundRect">
            <a:avLst>
              <a:gd name="adj" fmla="val 7608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160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115회차 — 네트워크 체력 동기화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NetworkVariable&lt;int&gt; Health = new(20, Everyone, Server);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↑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"int 을 담는" 이라는 뜻이다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이미 016~017회차에 써봤다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List&lt;int&gt;   Dictionary&lt;GameObject, Queue&lt;GameObject&gt;&gt;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20166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쓰는 법은 배우고, 만드는 법은 안 배운다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465886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제네릭 클래스를 직접 설계할 일이 이 과정에는 없다. List 와 NetworkVariable 을 읽을 수 있으면 충분하다.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5262372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자료 : Chapter7/Class1.cs — 필요하면 그때 한 장만 본다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나중 ⑤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Exception — 124회차 Relay 에서 처음 필요해진다.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 전까지는 에러가 나면 그냥 고치면 됐다.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2624328"/>
          </a:xfrm>
          <a:prstGeom prst="roundRect">
            <a:avLst>
              <a:gd name="adj" fmla="val 581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124회차 RelayConnector.cs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alloc = await RelayService.Instance.CreateAllocationAsync(maxPlayers - 1);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joinCode = await RelayService.Instance.GetJoinCodeAsync(alloc.AllocationId);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 (System.Exception e)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Debug.Log("방 만들기 실패 — " + e.Message);   // 게임은 계속 돈다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80060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 잘못이 아닌 실패가 처음 나오는 자리다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5257800"/>
            <a:ext cx="106737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인터넷이 끊기거나 유니티 서버가 응답하지 않으면 내 코드가 맞아도 실패한다. 그때 게임이 멈추지 않게 하는 게 try/catch 다. 자료 : Chapter7/Class8.cs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나중 ⑥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스택과 힙 · 박싱 — 101회차의 배경 지식.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"왜 렉이 걸리나" 를 설명할 때 필요하다.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1801368"/>
          </a:xfrm>
          <a:prstGeom prst="roundRect">
            <a:avLst>
              <a:gd name="adj" fmla="val 847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101회차 실측 — 몬스터를 계속 만들고 없앴을 때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몬스터 3668마리   45.2 FPS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Instantiate 는 힙에 새로 만들고, Destroy 는 쓰레기로 남긴다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쓰레기가 쌓이면 청소기(GC)가 돌고, 그때 화면이 끊긴다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995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자료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3995928"/>
            <a:ext cx="6830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4398264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45628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Chapter5/Class4.cs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4562856"/>
            <a:ext cx="6830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스택과 힙 — 값은 어디에 놓이나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491032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50200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Chapter5/Class13.cs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99432" y="5020056"/>
            <a:ext cx="6830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Boxing / Unboxing — 조용히 힙을 쓰는 경우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536752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564184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101회차는 원리보다 체감이 먼저다. 렉을 겪은 뒤에 이 두 장을 편다.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나중에 만나는 것 — 전부.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예습할 필요 없다. 그 회차에 그 자리에서 한다.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83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자료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142232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251192" y="1783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회차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531352" y="1783080"/>
            <a:ext cx="2898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어디에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18541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3500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Ch6/Class4 · Class6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142232" y="23500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Dictionary · Queue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251192" y="23500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531352" y="2350008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오브젝트 풀링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64261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75234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Ch7/Class4 · Class6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142232" y="27523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Delegate · Event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251192" y="275234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531352" y="2752344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OnValueChanged +=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8952" y="304495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" y="3154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Ch7/Class7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142232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Lambda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251192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531352" y="3154680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AddListener(() =&gt; …)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344728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35570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Ch4/Class7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142232" y="35570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클로저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251192" y="355701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531352" y="3557016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 index = i; 가 필요한 이유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8952" y="384962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8952" y="39593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Ch7/Class3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142232" y="39593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Property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251192" y="39593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024·070·081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531352" y="3959352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체력 · 경험치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58952" y="42519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58952" y="43616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Ch7/Class1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142232" y="43616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Generic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251192" y="43616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115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531352" y="4361688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NetworkVariable&lt;T&gt;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58952" y="465429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58952" y="47640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Ch7/Class8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142232" y="47640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Exception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7251192" y="47640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124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531352" y="4764024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Relay try/catch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58952" y="505663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58952" y="5166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Ch5/Class4 · Class13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4142232" y="5166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스택 · 힙 · 박싱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7251192" y="5166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8531352" y="5166360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렉이 걸리나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58952" y="545896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58952" y="573328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여덟 갈래다. 전부 "필요해지는 회차" 가 정해져 있다.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 씀 ①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문자열 심화 4종 — 게임에 안 나온다.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우리 게임의 문자열은 HUD 표시가 전부다.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자료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142232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885432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안 쓰나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4871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Ch3/Class9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142232" y="2487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정규 표현식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85432" y="2487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검사할 텍스트 입력이 없다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8346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9443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Ch3/Class10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142232" y="2944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인코딩 · 디코딩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85432" y="2944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저장 · 통신을 직접 안 다룬다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2918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4015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Ch3/Class6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142232" y="34015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StringBuilder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85432" y="3401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문자열을 수천 번 이어붙일 일이 없다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37490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38587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Ch3/Class8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142232" y="3858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Raw 문자열 리터럴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85432" y="3858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 텍스트 블록을 쓸 일이 없다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42062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" y="4590288"/>
            <a:ext cx="10673791" cy="1184148"/>
          </a:xfrm>
          <a:prstGeom prst="roundRect">
            <a:avLst>
              <a:gd name="adj" fmla="val 12896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14984" y="4791456"/>
            <a:ext cx="10161727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우리 게임이 쓰는 문자열은 이 정도가 끝이다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hpText.text = $"{current} / {max}";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timeText.text = $"{m:00}:{s:00}";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58952" y="593902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Chapter3 에서 쓰는 건 Class1(포맷팅) 과 Class2(파싱) 두 개다.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 씀 ②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자료구조 3종 — List 와 Dictionary 면 다 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쓸 자리가 있어야 배우는 의미가 있다.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자료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142232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885432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대신 쓰는 것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4871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Ch6/Class8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142232" y="2487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LinkedList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85432" y="2487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List — 중간 삽입이 잦지 않다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8803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9900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Ch6/Class9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142232" y="29900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SortedList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85432" y="2990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List + 필요할 때 정렬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3832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4930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Ch6/Class10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142232" y="3493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SortedDictionary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85432" y="34930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Dictionary — 순서가 필요 없다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38862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4270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쓰는 것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142232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어디에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58952" y="4672584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" y="48371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List&lt;T&gt;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142232" y="483717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 대상 목록(095) · 업그레이드 카드(082) · 스폰 지점(073)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8952" y="514807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8952" y="5257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Dictionary&lt;K,V&gt;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142232" y="5257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오브젝트 풀 서랍(102)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8952" y="556869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8952" y="56784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Queue&lt;T&gt;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142232" y="56784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풀 안에 쌓인 오브젝트(102)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58952" y="598932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58952" y="60990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HashSet&lt;T&gt;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142232" y="6099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씀 — 중복 제거가 필요한 자리가 없다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8952" y="640994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 씀 ③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Reflection · Nullable · Action — 쓸 자리가 없다.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"어렵다" 가 아니라 "안 나온다" 가 이유다.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자료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142232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885432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지금은 아닌가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328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Ch7/Class9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142232" y="2532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85432" y="25328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타입을 런타임에 뒤진다 — 쓸 자리가 없다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9260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0358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Ch7/Class10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142232" y="3035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Nullable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85432" y="3035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값에 "없음" 상태를 안 쓴다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4290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538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Ch7/Class5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142232" y="3538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 · Func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85432" y="3538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이벤트를 직접 선언할 일이 없다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393192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431596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쓸 자리 없이 배운 문법은 억지로 끼워 넣게 된다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" y="4773168"/>
            <a:ext cx="106737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노베이스 구간에서 이게 제일 위험하다 — 동작은 하는데 왜 그런지는 모르는 코드가 남는다. 반대로 클로저(Ch4/Class7)는 085회차에서 실제로 걸리므로 "안 씀" 에서 뺐다.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자른 게 나쁜 게 아니다.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140회차라는 예산이 있고, 목표는 게임을 완성하는 것이다.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구간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136392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회차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599432" y="1920240"/>
            <a:ext cx="6830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0–1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136392" y="2487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001–030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2487168"/>
            <a:ext cx="6830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C# — 게임에 쓰는 것만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58952" y="28346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944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2–8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136392" y="29443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031–105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2944368"/>
            <a:ext cx="6830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유니티 · 게임 완성 · 빌드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58952" y="32918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401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9–10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136392" y="34015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106–130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99432" y="3401568"/>
            <a:ext cx="6830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네트워크 협동 · 배포 · 발표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58952" y="37490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3858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버퍼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136392" y="3858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131–140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99432" y="3858768"/>
            <a:ext cx="6830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밀린 진도 · 개인 확장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58952" y="42062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459028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C# 문법에 30회차를 더 쓰면 협동 모드가 없어진다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" y="5047488"/>
            <a:ext cx="106737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정규식과 Reflection 을 다 배우고 게임을 못 만드는 것보다, 안 배우고 게임을 배포하는 쪽이 낫다고 판단했다. 이 판단은 뒤집을 수 있다 — 버퍼 10회가 그래서 있다.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RPGProjectil.md — 도전 과제.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빠른 학생이 지루해할 때 꺼낸다.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1920240"/>
            <a:ext cx="10673791" cy="1801368"/>
          </a:xfrm>
          <a:prstGeom prst="roundRect">
            <a:avLst>
              <a:gd name="adj" fmla="val 847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4984" y="2121408"/>
            <a:ext cx="10161727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delegate 로 스킬의 형태를 정의하고, event 로 발동을 알린다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delegate void SkillAction(Character target);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Character { ...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Player  : Character { ...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Monster : Character { ... }   // 030회차 구조 그대로다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3995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언제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3995928"/>
            <a:ext cx="7744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누구에게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4398264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45628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029~030회차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3685032" y="4562856"/>
            <a:ext cx="7744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⭐도전 — 진도가 빠른 학생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491032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50200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버퍼 131–140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685032" y="5020056"/>
            <a:ext cx="7744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확장 과제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536752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564184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delegate·event 를 먼저 만나므로 115회차가 훨씬 수월해진다.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 배운 목록이 다음 단계 목록이다.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 과정이 끝나도 저장소는 남는다.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83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하고 싶은 것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513832" y="1783080"/>
            <a:ext cx="5916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먼저 볼 것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58952" y="218541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23500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게임 코드를 더 깔끔하게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513832" y="2350008"/>
            <a:ext cx="5916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Ch5/Class12 클래스 설계 원칙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8952" y="26974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8072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UI 를 이벤트로 묶고 싶다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5513832" y="2807208"/>
            <a:ext cx="5916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Ch7/Class4 · Class6 Delegate · Event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31546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2644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성능을 더 짜내고 싶다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5513832" y="3264408"/>
            <a:ext cx="5916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Ch5/Class4 · Class13 스택 · 힙 · 박싱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6118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7216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게임 밖 프로그램도 만들고 싶다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5513832" y="3721608"/>
            <a:ext cx="5916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Ch3 문자열 · Ch7/Class9 Reflection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8952" y="40690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937760"/>
            <a:ext cx="12191695" cy="1920240"/>
          </a:xfrm>
          <a:prstGeom prst="roundRect">
            <a:avLst>
              <a:gd name="adj" fmla="val 1190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532180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저장소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58952" y="56875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CSharpStudyProject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8778240" y="5468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회차 대응표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778240" y="579729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docs/00_기획/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Csharp-학습자료-연동.md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부록 A · 지금은 안 배우는 것</dc:title>
  <dc:subject>PptxGenJS Presentation</dc:subject>
  <dc:creator>WaveBreaker 강의</dc:creator>
  <cp:lastModifiedBy>WaveBreaker 강의</cp:lastModifiedBy>
  <cp:revision>1</cp:revision>
  <dcterms:created xsi:type="dcterms:W3CDTF">2026-09-03T09:05:05Z</dcterms:created>
  <dcterms:modified xsi:type="dcterms:W3CDTF">2026-09-03T09:05:05Z</dcterms:modified>
</cp:coreProperties>
</file>