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씬 하나가 65회차 동안 자란다. 미니게임처럼 매 회차 새 씬을 만들지 않는다. 첫 시간에 이 규칙을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5·6주차에 절반이 '이걸 왜 배우죠' 했다. 070이 그 답이다. 여기를 건너뛰면 상속을 처음부터 다시 가르쳐야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싱글톤 남용은 이 Phase 의 위험 신호다. 학생이 매니저를 여러 개 만들기 시작하면 바로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쓰지 않는 상태를 미리 넣는 이유를 말해준다. 나중에 enum 을 고치면 Inspector 값이 밀린다.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 대비 규칙 ②. 절대 네트워크를 언급하지 않는다. '좋은 습관' 으로만 심는다. 규칙 ① 은 스폰을 매니저 한 곳에서만 하는 것이고 073에서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Scale.x 뒤집기를 쓴 학생은 076 회전 무기에서 반드시 막힌다. 지금 flipX 로 통일시킨다.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설정이 아니면 GetAxisRaw 가 예외를 던진다. 40회차에서 이미 맞춰뒀지만, 새로 프로젝트를 만든 학생은 여기서 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떨림은 화면으로 보여주는 게 제일 빠르다. Update 로 한 번 켜서 보여주고 LateUpdate 로 고친다.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 velocity 는 SmoothDamp 가 스스로 쓰는 메모장이다. 그 이상 설명하지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'게임은 속임수의 집합' 이라는 말을 한다. 앞으로 학생이 '이거 어떻게 만들지' 할 때 속일 방법을 먼저 떠올리게 하는 게 목적이다.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타일마다 Trigger 를 달고 벗어날 때만 옮기는 방식은 대각선으로 달릴 때 타일이 격자에서 이탈한다. 매 프레임 검사가 코드도 짧고 안 뚫린다.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수치는 실제로 재서 넣은 것이다. 처음 만든 Trigger 방식은 대각선에서 441점 중 273점이 비었다. 지금 방식으로 바꿔 0이 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6주차 콘솔 프로젝트를 실제로 열어서 실행해 보여준다. 앞 15분을 절대 줄이지 않는다. 8주 전 내용이라 다 잊었다고 가정한다.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base.Start() 누락은 이 Phase 사고 상위권이다. 일부러 빼고 실행해서 체력 0 으로 시작하는 걸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Rigidbody 2D 가 없으면 OnCollisionEnter2D 가 안 불린다. 043 체크리스트로 돌아간다. 이 회차 사고 2등이다.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070 구조를 잘 만들어 놓으면 072 몬스터 3종이 아주 쉬워진다. 반대로 070을 대충 하면 15주차 내내 막힌다.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여기서부터 5개월.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새로 배우는 건 무한 맵 하나뿐이다. 나머지는 전부 회수다.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70_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892808"/>
            <a:ext cx="4352544" cy="2450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066 – 070회차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5 · 본 프로젝트 코어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 회차는 회수, 한 회차만 새 것이다.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착수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enum · 싱글톤 하나 · 폴더 규칙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 이동과 좌우 반전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이동을 나눈다 · flipX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 추적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LateUpdate · SmoothDamp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맵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유일하게 새로 배우는 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Enemy 와 IDamageable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콘솔 코드를 그대로 꺼낸다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070회차가 이 과정의 투자 회수 지점이다. 생략 금지.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이제 씬을 새로 만들지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Game.unity 하나가 65회차 동안 자란다.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4 까지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919472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5 부터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0350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532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회차마다 새로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532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Game.unity 하나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0350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되돌리기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씬을 연다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3136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커밋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0350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044952" y="37398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Done 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37398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스냅샷 5회차마다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60350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70916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저장 습관이 중요해진다.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1663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씬 하나를 계속 고쳐 나가니 되돌릴 지점을 스스로 만들어야 한다. 회차가 끝날 때마다 폴더를 통째로 복사해 두는 것만으로 충분하다.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1965960"/>
            <a:ext cx="4117543" cy="3291840"/>
          </a:xfrm>
          <a:prstGeom prst="roundRect">
            <a:avLst>
              <a:gd name="adj" fmla="val 6944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2286000"/>
            <a:ext cx="33860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싱글톤은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GameManager 하나만.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3429000"/>
            <a:ext cx="33860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어디서든 부를 수 있다는 건 어디서든 망가뜨릴 수 있다는 뜻이다. 이 프로젝트에서 static Instance 는 여기 한 곳뿐이다.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상태를 문자열로 두지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enum 은 5주차에 배웠다. 여기가 그 쓸 자리다.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12648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61441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GameState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Title, Playing, Upgrading,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Paused, GameOver, Clear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GameState State { get; private set;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29310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bool 을 여러 개 두지 않나.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75030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isPlaying 과 isGameOver 가 동시에 true 가 되는 순간이 반드시 온다. 상태가 하나뿐이면 그 사고가 아예 불가능하다.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60920" y="2368296"/>
            <a:ext cx="40718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532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만드는 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971800"/>
            <a:ext cx="40718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3081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080회차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3520440"/>
            <a:ext cx="40718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3630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6 레벨업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4069080"/>
            <a:ext cx="40718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/ Paused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4178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4617720"/>
            <a:ext cx="40718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4937760"/>
            <a:ext cx="40718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 다 쓰지 않는다. 자리만 만들어 둔다.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읽는 일과 움직이는 일은 다른 일이다.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스크립트 두 개로 나눈다. 이유는 나중에 회수한다.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48640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97433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PlayerInput — 읽기만 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Vector2 MoveInput { get; private set;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MoveInput = new Vector2(h, v).normalized;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4894783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93992" y="2167128"/>
            <a:ext cx="4382719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PlayerController — 움직이기만 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move = input.MoveInput;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move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3388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학생에게는 이렇게만 말한다.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796028"/>
            <a:ext cx="10673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"키보드 읽는 일이랑 움직이는 일은 다른 일이에요." — 네트워크는 한마디도 하지 않는다. 114회차에 이 구조 덕분에 갈아엎지 않게 된다.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그림 두 장을 만들지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왼쪽 그림은 오른쪽 그림을 뒤집은 것이다.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(move.x != 0f)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sprite.flipX = move.x &lt; 0f;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216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if 가 필요한가.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17880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가만히 서 있으면 move.x 가 0 이다. if 가 없으면 멈출 때마다 오른쪽을 보게 된다. 마지막으로 본 방향을 유지하려면 입력이 있을 때만 바꿔야 한다.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43800" y="236829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2532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3026664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Scale.x = -1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4692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자식도 같이 뒤집힌다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3630168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3739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그림 2장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7398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관리할 게 2배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4233672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114800"/>
            <a:ext cx="3888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무기를 자식으로 달 예정이라 Scale 뒤집기는 076회차에서 사고가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PlayerInput 이라는 이름은 이미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유니티가 만든 것과 이름이 겹친다.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   // 이 줄이 생기는 순간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'PlayerInput' is an ambiguous reference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해결: 그 using 을 지운다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2734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우리는 Input Manager 를 쓴다.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38454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Input System 패키지는 이번 과정에서 쓰지 않는다. 자동완성이 이 using 을 넣어버리는 경우가 있으니, 갑자기 컴파일이 깨지면 파일 맨 위를 먼저 본다.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965960"/>
            <a:ext cx="356890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2240280"/>
            <a:ext cx="2928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Active Input Handling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51760"/>
            <a:ext cx="29288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Both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291840"/>
            <a:ext cx="2928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Project Settings → Player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 코드는 Update 에 쓰지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화면이 미세하게 떠는 이유가 여기에 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일어나는 일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965192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카메라가 따라간다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플레이어는 아직 안 움직였다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4495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플레이어가 움직인다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965192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카메라는 이미 지나갔다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6674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LateUpdate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221992" y="3776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카메라가 따라간다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965192" y="3776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프레임 위치를 본다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88536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76402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프레임 늦게 보면 그게 떨림이다.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221224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Update 안에서의 실행 순서는 유니티가 정한다. 우리가 고를 수 없는 걸 기대하지 말고, 확실히 나중인 자리에 쓴다.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1965960"/>
            <a:ext cx="3614623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74152" y="2167128"/>
            <a:ext cx="310255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LateUpdate()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630168"/>
            <a:ext cx="36146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068 이후 카메라 코드는 전부 여기로 간다.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딱 붙어 다니면 오히려 어지럽다.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조금 늦게 따라오는 게 더 자연스럽다.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749808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9860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goal = new Vector3(target.position.x,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target.position.y, -10f);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 Vector3.SmoothDamp(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transform.position, goal, ref velocity, smoothTime);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2734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z 를 -10 으로 고정하는 이유.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38454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2D 카메라가 z = 0 으로 오면 화면이 비어버린다. 카메라는 항상 뒤에 있어야 한다. 실수로 z 를 따라가게 두는 것이 이 회차 1등 사고다.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49640" y="2368296"/>
            <a:ext cx="288310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2532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붙는다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2971800"/>
            <a:ext cx="28831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4692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49640" y="3520440"/>
            <a:ext cx="28831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630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늦다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49640" y="4069080"/>
            <a:ext cx="28831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49640" y="3977640"/>
            <a:ext cx="28831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숫자를 바꿔보게 하는 게 설명보다 빠르다.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맵은 무한하지 않다.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타일 아홉 장을 돌려쓰는 속임수다.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148840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73936" y="2148840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73936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2148840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3163824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1638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73936" y="3163824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73936" y="31638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3163824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88920" y="31638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8952" y="4178808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1788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73936" y="4178808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73936" y="41788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88920" y="4178808"/>
            <a:ext cx="960120" cy="960120"/>
          </a:xfrm>
          <a:prstGeom prst="roundRect">
            <a:avLst>
              <a:gd name="adj" fmla="val 159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41788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24865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전체 폭 60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2148840"/>
            <a:ext cx="7135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개의 숫자만 알면 된다.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나왔나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3145536"/>
            <a:ext cx="713506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이만큼 멀어지면 옮긴다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× 3 ÷ 2 (한쪽 끝까지)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3822192"/>
            <a:ext cx="71350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이만큼 옮긴다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× 3 (전체 폭)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4443984"/>
            <a:ext cx="71350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97680" y="4873752"/>
            <a:ext cx="7135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40 을 쓰면 이미 타일이 있는 자리로 간다. 겹치고, 반대쪽에 구멍이 생긴다. 이 회차 계산 사고 1등이다.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if 네 개가 전부다.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가로와 세로를 따로 본다. 그래서 대각선도 안 뚫린다.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7406640" cy="3035808"/>
          </a:xfrm>
          <a:prstGeom prst="roundRect">
            <a:avLst>
              <a:gd name="adj" fmla="val 50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8945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span = tileSize * gridCount;   // 60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half = span / 2f;              // 30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(Transform tile in transform)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diff = tile.position - player.position;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(diff.x &gt;  half) tile.position += Vector3.left  * span;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(diff.x &lt; -half) tile.position += Vector3.right * span;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(diff.y &gt;  half) tile.position += Vector3.down  * span;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(diff.y &lt; -half) tile.position += Vector3.up    * span;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65960"/>
            <a:ext cx="2974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 하나가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아홉 개를 관리한다.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3017520"/>
            <a:ext cx="29745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foreach 에 transform 을 그냥 넣으면 자식이 하나씩 나온다. 타일마다 스크립트를 붙일 필요가 없다.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321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 프레임 아홉 개를 다 확인한다. 그래서 한 번 놓쳐도 다음 프레임에 고쳐진다.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어디로 가도 바닥이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Game.unity · 카메라 시야를 441점으로 훑었다.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760720" cy="3721608"/>
          </a:xfrm>
          <a:prstGeom prst="roundRect">
            <a:avLst>
              <a:gd name="adj" fmla="val 614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69_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5358384" cy="28437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08406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(213, -147) — 처음과 똑같이 바닥이 깔려 있다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측정값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무작위 15회 이동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구멍 0 / 441점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026664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136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대각선 이동 8회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3136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구멍 0 / 441점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363016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타일 좌표 % 20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9098280" y="3739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03720" y="423367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타일 개수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9098280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(그대로)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03720" y="4837176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5312664"/>
            <a:ext cx="4529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격자가 어긋나지 않는다.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5769864"/>
            <a:ext cx="45290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타일은 항상 60 의 배수만큼만 움직이므로 20 격자가 유지된다. 어느 방향으로든 바닥이 최소 20 유닛 더 있고, 카메라 반폭은 8.9 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8주 전에 짠 코드를 꺼낸다.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회차가 이 과정의 투자 회수 지점이다.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70632" y="2194560"/>
            <a:ext cx="2377440" cy="566928"/>
          </a:xfrm>
          <a:prstGeom prst="roundRect">
            <a:avLst>
              <a:gd name="adj" fmla="val 26935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70632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IDamageable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59352" y="2761488"/>
            <a:ext cx="0" cy="4572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4792" y="3218688"/>
            <a:ext cx="4389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3218688"/>
            <a:ext cx="0" cy="36576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53912" y="3218688"/>
            <a:ext cx="0" cy="36576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3584448"/>
            <a:ext cx="1828800" cy="566928"/>
          </a:xfrm>
          <a:prstGeom prst="roundRect">
            <a:avLst>
              <a:gd name="adj" fmla="val 2693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3584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9512" y="3584448"/>
            <a:ext cx="1828800" cy="566928"/>
          </a:xfrm>
          <a:prstGeom prst="roundRect">
            <a:avLst>
              <a:gd name="adj" fmla="val 2693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9512" y="3584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PlayerHealth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64792" y="4151376"/>
            <a:ext cx="0" cy="41148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ChargerEnemy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51663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부모가 서로 다르다. 그래서 인터페이스가 필요하다.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문법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배웠나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2368296"/>
            <a:ext cx="420898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2532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· 콘솔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2990088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30998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/ override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0998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· 콘솔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3557016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23760" y="36667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3666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· 콘솔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4123944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336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· 콘솔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4690872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4983480"/>
            <a:ext cx="4208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새로 배우는 문법은 하나도 없다.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혼자서는 붙지 않는 부모.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'몬스터' 라는 몬스터는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58368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071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Enemy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MonoBehaviour, IDamageable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virtual 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currentHealth = maxHealth;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498848"/>
            <a:ext cx="6583680" cy="978408"/>
          </a:xfrm>
          <a:prstGeom prst="roundRect">
            <a:avLst>
              <a:gd name="adj" fmla="val 1560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700016"/>
            <a:ext cx="6071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Can't add script behaviour 'Enemy'.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script class can't be abstract!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5869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Enemy.cs 를 오브젝트에 끌어다 놓으면 나오는 실제 메시지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965960"/>
            <a:ext cx="37517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private Start 는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자식이 못 덮어쓴다.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017520"/>
            <a:ext cx="37517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유니티가 만들어주는 기본 코드가 private void Start 다. 그대로 두면 override 가 안 된다. protected virtual 로 고친다.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4480560"/>
            <a:ext cx="3751783" cy="1463040"/>
          </a:xfrm>
          <a:prstGeom prst="roundRect">
            <a:avLst>
              <a:gd name="adj" fmla="val 1562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4754880"/>
            <a:ext cx="31117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base.Start() 를 빼면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대미지에 죽는다.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몬스터는 플레이어를 모른다.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아는 건 '맞을 수 있는 무언가' 하나뿐이다.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94944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4373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OnCollisionEnter2D(Collision2D collision)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(collision.gameObject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.TryGetComponent(out IDamageable target))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Attack(target);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498848"/>
            <a:ext cx="6949440" cy="978408"/>
          </a:xfrm>
          <a:prstGeom prst="roundRect">
            <a:avLst>
              <a:gd name="adj" fmla="val 1560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700016"/>
            <a:ext cx="6437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 : 돌진! 3 피해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: -3  (남은 체력 17)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586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Game.unity 에서 플레이어를 몬스터에 부딪혔을 때의 Console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965960"/>
            <a:ext cx="3386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뭐가 좋은가.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468880"/>
            <a:ext cx="338602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나중에 부술 수 있는 상자를 만들어도 몬스터 코드는 한 줄도 안 바뀐다. 상자에 IDamageable 만 붙이면 된다.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023360"/>
            <a:ext cx="3386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도전 미션에서 상자를 만든 학생을 반드시 데모시킨다.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다섯 개다. 하나라도 안 되면 다음 주가 막힌다.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57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맵이 어디로 가도 끊기지 않는다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660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카메라가 부드럽게 따라간다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1638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이동이 다른 스크립트에 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66674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Enemy 를 상속한 몬스터가 화면에 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16966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플레이어와 몬스터가 같은 방식으로 맞는다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스냅샷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Snapshot_P5_Map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2532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2532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무한 맵 + 구조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29718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Snapshot_P5_Enemy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3종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52044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3630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Snapshot_P5_Full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630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 루프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40690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3977640"/>
            <a:ext cx="45290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Phase 는 진도 격차가 최대가 된다. 5회차마다 배포한다.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15주차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쫓아온다. 그리고 셋이 된다.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071 – 075회차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5797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만든 Enemy 를 세 번 상속한다.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14주차 · 여기서부터 5개월</dc:title>
  <dc:subject>PptxGenJS Presentation</dc:subject>
  <dc:creator>WaveBreaker 강의</dc:creator>
  <cp:lastModifiedBy>WaveBreaker 강의</cp:lastModifiedBy>
  <cp:revision>1</cp:revision>
  <dcterms:created xsi:type="dcterms:W3CDTF">2026-09-02T09:22:13Z</dcterms:created>
  <dcterms:modified xsi:type="dcterms:W3CDTF">2026-09-02T09:22:13Z</dcterms:modified>
</cp:coreProperties>
</file>