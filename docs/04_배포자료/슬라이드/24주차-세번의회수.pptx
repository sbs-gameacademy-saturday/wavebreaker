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117(073 회수)과 120(095 회수)이 이번 주의 뼈대다. 114(067 회수)까지 세 번을 마지막 슬라이드에서 나란히 놓고 정리한다. 세 번 반복해야 '설계가 값을 한다' 가 실감으로 남는다.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함수 이름이 Rpc 로 안 끝나면 컴파일 에러가 난다. 116회차 1등 사고다. NGO 가 이름으로 구분한다.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 수업 코드에는 검사를 주석으로만 남겼다. 친구랑 하는 게임이라 치트가 없다. 어디에 넣어야 하는지만 알면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073 코드를 실제로 화면에 띄운다. 15주차라 학생이 기억을 못 한다. 주석을 소리내어 읽히면 연결이 붙는다.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Spawn() 을 넣으면 이번엔 'NetworkPrefab is not registered' 가 난다. 프리팹 목록 등록이 117회차 2등 사고다.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실측: 싱글에서 NetworkRole.IsServerOrOffline = True, NetworkManager 존재 = False. 14초에 처치 5, 풀 재사용 22 — 21주차와 똑같이 돌았다.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Despawn 은 바로 안 끝난다. 그 사이에 두 번째 OnTriggerEnter2D 가 들어온다. 090에서 Destroy 가 프레임 끝에 처리돼 Die() 가 여러 번 불린 것과 같은 종류다.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씬의 매니저(NetworkTeam, NetworkWaveManager)에도 NetworkObject 컴포넌트가 필요하다. 없으면 조용히 동작을 안 해서 찾기 어렵다.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[targetId] 로 바로 꺼내면 KeyNotFoundException 이 난다. 인터넷은 시간이 걸리니 보내는 사이에 대상이 죽을 수 있다. 119회차 1등 사고다.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nextHitTime 은 080의 무적시간과 같은 생각이다. OnCollisionStay2D 는 매 프레임 불리므로 간격을 안 두면 즉사한다.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Contains 검사가 없으면 두 번 등록됐을 때 평균이 그쪽으로 쏠린다. RemoveTarget 을 빼면 나간 사람 쪽으로 카메라가 끌린다.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이게 120회차 1등 사고다. 114에서 IsOwner 를 배운 직후라 반사적으로 넣는다. 왜 여기는 아닌지 학생이 설명할 수 있어야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네트워크 오브젝트 7개 = 플레이어 2 + 몬스터 1 + 젬 2 + 매니저 2. 숫자가 맞아떨어지는지 확인하면 몬스터가 두 배로 안 나온 게 증명된다.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공격은 자동 발사로 만들어 키보드 없이도 검증이 되게 했다. 그래서 몬스터 처치와 젬 드롭까지는 실측할 수 있었다.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반대 경우를 반드시 같이 보여준다. '한 줄로 끝났다' 만 말하면 운이 좋았던 것처럼 들린다. 안 해뒀다면 어땠을지가 설계의 값이다.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Snapshot_P9_step3 을 120회차에 배포한다. 다음 주는 부활(기획서 11장의 핵심 재미)과 Relay 가 들어간다.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965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24주차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37744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세 번의 회수.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456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116–120 · 서버 권한 · 몇 달 전에 심어둔 것을 이번 주에 거둔다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" y="420624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116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Rpc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893710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117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893710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호스트만 스폰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8468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118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028468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젬 · 팀 경험치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163227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119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163227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피격 판정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297985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120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297985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협동 카메라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서버에 부탁하는 방법.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115회차에 부딪힌 벽의 열쇠다.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874520"/>
            <a:ext cx="10673791" cy="1801368"/>
          </a:xfrm>
          <a:prstGeom prst="roundRect">
            <a:avLst>
              <a:gd name="adj" fmla="val 8477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075688"/>
            <a:ext cx="10161727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[Rpc(SendTo.Server)]                     // 서버에서 실행해 달라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RequestDamageRpc(int amount) // 이름이 Rpc 로 끝나야 한다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여기부터는 서버다.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TakeDamage(amount);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8952" y="3950208"/>
            <a:ext cx="10673791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14984" y="4151376"/>
            <a:ext cx="10161727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클라이언트                             호스트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┌──────────────────────┐         ┌──────────────────────┐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RequestDamageRpc(7)  │ ──────▶ │ RequestDamageRpc(7)  │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호출만 한다         │  인터넷  │   ← 여기서 몸통이 돈다  │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└──────────────────────┘         └──────────────────────┘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5728716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호출한 곳과 실행되는 곳이 다르다 — 클라이언트 Console 에는 몸통 로그가 안 찍힌다.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방향은 두 가지뿐이다.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올라가는 것과 내려오는 것.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SendTo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502152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어디서 실행되나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793992" y="1920240"/>
            <a:ext cx="4636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 쓰나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487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2487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서버에서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93992" y="2487168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클라이언트가 부탁할 때 — 제일 많다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8346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944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ClientsAndHost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2944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모두에게서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93992" y="2944368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서버가 모두에게 알릴 때 (연출·소리)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2918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4015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02152" y="34015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소유자에게서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793992" y="3401568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사람에게만 알릴 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37490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3858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NotServer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502152" y="3858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빼고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93992" y="3858768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42062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457200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값이 유지되면 NetworkVariable, 한 번만 알리면 Rpc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" y="50292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"체력" 은 변수, "맞았다는 이펙트" 는 Rpc. 이 구분을 못 하면 매 프레임 Rpc 를 쏘게 된다.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8952" y="5650992"/>
            <a:ext cx="10673791" cy="786384"/>
          </a:xfrm>
          <a:prstGeom prst="roundRect">
            <a:avLst>
              <a:gd name="adj" fmla="val 19419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69848" y="5650992"/>
            <a:ext cx="1005199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서버는 클라이언트 말을 믿으면 안 된다. amount 에 99999 를 보내면 그대로 들어간다.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규칙 ①의 회수 — 고칠 곳이 한 군데다.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073회차에 스폰을 매니저 한 곳으로 모아뒀다.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2418588"/>
          </a:xfrm>
          <a:prstGeom prst="roundRect">
            <a:avLst>
              <a:gd name="adj" fmla="val 6314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201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WaveManager.cs — 073회차에 써둔 주석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🔑 이 프로젝트의 규칙: 몬스터 스폰은 매니저 한 곳에서만 한다.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여기저기서 Instantiate 하면 나중에 누가 만들었는지 못 찾는다.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override void OnNetworkSpawn()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(!IsServer) return;   // 클라이언트는 몬스터를 안 만든다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StartCoroutine(SpawnRoutine());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61314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그때 이유를 '나중에 못 찾는다' 고만 했다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5070348"/>
            <a:ext cx="106737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진짜 이유가 오늘이다. 몬스터를 5개 파일에서 만들었다면 5군데를 다 고쳐야 하고, 하나만 빠뜨리면 그 몬스터만 두 배로 나온다. 찾기도 어렵다.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Instantiate 만으로는 상대에게 안 보인다.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유니티는 그게 네트워크 물건인지 모른다.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1389888"/>
          </a:xfrm>
          <a:prstGeom prst="roundRect">
            <a:avLst>
              <a:gd name="adj" fmla="val 1098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GameObject go = Instantiate(enemyPrefab, pos, Quaternion.identity);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🚨 Instantiate 만으로는 내 화면에만 생긴다.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go.GetComponent&lt;NetworkObject&gt;().Spawn();   // 네트워크에 등록 → 모두에게 보인다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584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함수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416552" y="3584448"/>
            <a:ext cx="7013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하는 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3986784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41513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Instantiate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16552" y="4151376"/>
            <a:ext cx="7013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컴퓨터에 만든다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44988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46085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NetworkObject.Spawn()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416552" y="4608576"/>
            <a:ext cx="7013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네트워크에 등록한다 → 모두에게 생긴다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49560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50657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NetworkObject.Despawn()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416552" y="5065776"/>
            <a:ext cx="7013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네트워크에서 뺀다 → 모두에게서 사라진다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54132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568756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없앨 때도 Destroy 가 아니라 Despawn 이다. 102의 PoolManager.Spawn 과 이름이 겹쳐 헷갈린다.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본 게임에 두 줄. 싱글은 안 바뀐다.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22주차부터 안 건드리던 Game.unity 에 처음 손을 댄다.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874520"/>
            <a:ext cx="10673791" cy="2007108"/>
          </a:xfrm>
          <a:prstGeom prst="roundRect">
            <a:avLst>
              <a:gd name="adj" fmla="val 760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075688"/>
            <a:ext cx="10161727" cy="160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bool IsServerOrOffline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NetworkManager nm = NetworkManager.Singleton;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(nm == null) return true;          // 씬에 없다 = 싱글 모드다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(!nm.IsListening) return true;     // 접속 안 했으면 싱글과 같다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nm.IsServer;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8952" y="4137660"/>
            <a:ext cx="10673791" cy="978408"/>
          </a:xfrm>
          <a:prstGeom prst="roundRect">
            <a:avLst>
              <a:gd name="adj" fmla="val 1560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14984" y="4338828"/>
            <a:ext cx="1016172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SpawnOne()   { if (!NetworkRole.IsServerOrOffline) return; ...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SpawnBoss(int i) { if (!NetworkRole.IsServerOrOffline) return; ... }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5353812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싱글은 '호스트 혼자 하는 게임' 으로 취급한다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5811012"/>
            <a:ext cx="106737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그러면 본 게임 코드에 if / else 분기가 하나도 안 생긴다. 125회차의 모드 통합이 여기서 시작된다.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둘이 동시에 같은 젬을 밟으면?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학생이 스스로 떠올리기 어려운데 실제로 터진다.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방식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965192" y="192024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4871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각자 판정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965192" y="2487168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 다 먹는다 — 경험치가 두 배로 들어간다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8803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9900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서버만 판정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965192" y="2990088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3832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" y="3767328"/>
            <a:ext cx="10673791" cy="2418588"/>
          </a:xfrm>
          <a:prstGeom prst="roundRect">
            <a:avLst>
              <a:gd name="adj" fmla="val 6314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14984" y="3968496"/>
            <a:ext cx="10161727" cy="201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OnTriggerEnter2D(Collider2D other)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(!IsServer) return;   // 두 컴퓨터가 각자 판정하는 것을 막는다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(taken) return;       // 한 프레임에 두 번 처리되는 것을 막는다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taken = true;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NetworkTeam.Instance.AddExp(exp);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NetworkObject.Despawn();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58952" y="6368796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두 번째 줄은 090의 그 함정이다 — 보스가 5번 죽었던 그것.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경험치는 팀 공유.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기획서 11장 — 혼자 독차지하면 같이 하는 재미가 없다.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874520"/>
            <a:ext cx="10673791" cy="2830068"/>
          </a:xfrm>
          <a:prstGeom prst="roundRect">
            <a:avLst>
              <a:gd name="adj" fmla="val 539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075688"/>
            <a:ext cx="10161727" cy="2427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NetworkVariable&lt;int&gt; Exp   = new(0, Everyone, Server);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NetworkVariable&lt;int&gt; Level = new(1, Everyone, Server);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AddExp(int amount)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(!IsServer) return;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Exp.Value += amount;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(Exp.Value &gt;= NeedExp)   // 083과 계산이 똑같다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Exp.Value -= NeedExp; Level.Value++;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96062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달라진 건 int 가 상자가 된 것뿐이다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541782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083회차 PlayerLevel 의 while 루프를 그대로 옮겼다. 레벨이 오르면 OnValueChanged 가 양쪽에서 불린다 — 123회차에 거기서 레벨업 창을 띄운다.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GameObject 는 못 보낸다.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내 컴퓨터의 주소라서 상대 컴퓨터에선 의미가 없다.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보낼 수 있는 것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593592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못 보내는 것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22576"/>
            <a:ext cx="57607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4871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 float  bool  ulong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24871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GameObject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880360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9900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Vector3  Quaternion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2990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383280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4930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NetworkObjectId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34930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MonoBehaviour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886200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1920240"/>
            <a:ext cx="4663440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22592" y="2121408"/>
            <a:ext cx="4151376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클라 : "26번 몬스터를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3만큼 때렸어요"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서버 : 26번을 찾아서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체력을 깎는다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58952" y="4325112"/>
            <a:ext cx="10673791" cy="1389888"/>
          </a:xfrm>
          <a:prstGeom prst="roundRect">
            <a:avLst>
              <a:gd name="adj" fmla="val 1098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14984" y="4526280"/>
            <a:ext cx="1016172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AttackServerRpc(target.NetworkObjectId, damage);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서버에서 — TryGetValue 를 꼭 쓴다. 그 사이에 죽었을 수 있다.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(!NetworkManager.SpawnManager.SpawnedObjects.TryGetValue(targetId, out var obj)) return;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부탁이 필요한 건 클라이언트뿐이다.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서버는 그냥 하면 된다.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누가 때리나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330952" y="1965960"/>
            <a:ext cx="6099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어떻게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532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클라이언트 → 몬스터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330952" y="2532888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Rpc 로 부탁한다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9260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3035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호스트 → 몬스터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5330952" y="3035808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 (이미 서버니까)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4290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538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몬스터 → 플레이어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330952" y="3538728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 (몬스터가 서버 것이니까)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93192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431596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사거리 검사에는 여유를 준다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" y="4773168"/>
            <a:ext cx="106737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클라이언트가 때렸을 땐 사거리 안이었는데 서버에 도착하니 몬스터가 움직였을 수 있다. 너무 빡빡하게 검사하면 정상 플레이가 씹힌다.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5468112"/>
            <a:ext cx="10673791" cy="978408"/>
          </a:xfrm>
          <a:prstGeom prst="roundRect">
            <a:avLst>
              <a:gd name="adj" fmla="val 1560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14984" y="5669280"/>
            <a:ext cx="1016172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(dist &gt; range * 1.5f) return;   // 여유를 준다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(amount &gt; 10) return;           // 말도 안 되는 값 거르기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19주차에 써둔 주석을 읽는다.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계산 코드는 오늘 한 글자도 안 고친다.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CameraFollow.cs — 095회차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095회차 · "하나를 따라간다" 를 "목록의 중심을 따라간다" 로 바꿨다.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목록에 하나만 넣으면 동작이 068과 완전히 같다.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Phase 9 에서 협동을 붙일 때 이 파일은 안 고치고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목록에 하나 더 넣기만 하면 된다.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8952" y="3735324"/>
            <a:ext cx="10673791" cy="2212848"/>
          </a:xfrm>
          <a:prstGeom prst="roundRect">
            <a:avLst>
              <a:gd name="adj" fmla="val 690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14984" y="3936492"/>
            <a:ext cx="10161727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120회차에 새로 쓴 것 — 이게 전부다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AddTarget(Transform t)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 == null || targets.Contains(t)) return;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targets.Add(t);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RemoveTarget(Transform t) { targets.Remove(t); }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6131052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두 함수, 여섯 줄. Center() 와 LateUpdate 는 그대로다.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여기엔 IsOwner 를 넣으면 안 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114를 배웠다고 아무 데나 넣으면 안 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override void OnNetworkSpawn()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"내 것" 만 넣는 게 아니라 둘 다 넣는다 — 카메라는 둘의 중심을 봐야 하니까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CameraFollow cam = Camera.main.GetComponent&lt;CameraFollow&gt;();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(cam != null) cam.AddTarget(transform);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99592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"이 동작이 나만의 것인가" 를 매번 물어야 한다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453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330952" y="4453128"/>
            <a:ext cx="6099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IsOwner 검사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" y="4855464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50200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입력 읽기 (114)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5330952" y="5020056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필요하다 — 내 키보드는 내 캐릭터만 움직인다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53675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54772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카메라 목록 (120)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330952" y="5477256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넣으면 안 된다 — 다시 한 명만 따라가게 된다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58247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이번 주 실측.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호스트 화면에서 잰 값이다.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1874520"/>
            <a:ext cx="5760720" cy="2212848"/>
          </a:xfrm>
          <a:prstGeom prst="roundRect">
            <a:avLst>
              <a:gd name="adj" fmla="val 690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4984" y="2075688"/>
            <a:ext cx="524865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협동 — 2인 접속 ]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접속자=2명  목록=[0, 1]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몬스터 1마리  젬 2개  플레이어 2명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네트워크 오브젝트 총 7개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팀 — 경험치 6/8  레벨 2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[호스트] 몬스터 처치 — 젬을 떨군다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[호스트] 팀 레벨 2 → 3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766560" y="1874520"/>
            <a:ext cx="4663440" cy="2395728"/>
          </a:xfrm>
          <a:prstGeom prst="roundRect">
            <a:avLst>
              <a:gd name="adj" fmla="val 9542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C:\Users\user\Github\WaveBreaker\docs\04_배포자료\슬라이드\shots2\final\117_Coop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2075688"/>
            <a:ext cx="4261104" cy="151790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67728" y="3666744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플레이어 2 · 몬스터 · 젬 2 — 모두 호스트가 만든 것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58952" y="4343400"/>
            <a:ext cx="10673791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14984" y="4544568"/>
            <a:ext cx="10161727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협동 카메라 ]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플레이어 0 (-0.77, 0.00)   플레이어 1 (0.40, 0.00)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목록 평균 (-0.18, 0.00)   카메라 (-0.18, 0.00)   거리 0.00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싱글 회귀 ]  14초에 처치 5 · 풀 재사용 22 · NetworkManager 없음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재지 못한 것.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추측을 결과처럼 쓰지 않는다.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재지 못한 것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696712" y="1965960"/>
            <a:ext cx="5733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25328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클라이언트 쪽 화면 상태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696712" y="2532888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플레이어 프로세스 안의 값을 읽을 수단이 없다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8952" y="29260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30358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키보드 이동 (WASD)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5696712" y="3035808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레거시 Input Manager 는 시뮬레이션이 안 된다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4290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538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Relay 인터넷 접속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5696712" y="3538728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UGS 연동이 필요하다 — 124회차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93192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4041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10분 완주 · 밸런스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5696712" y="4041648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 판을 끝까지 돌려보지 않았다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" y="44348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481888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겪은 것 — 맞은 몬스터가 하얗게 남았다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" y="5276088"/>
            <a:ext cx="106737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피격 시 흰색으로 바꾸고 되돌리는 코드를 안 넣었다. 스크린샷을 보고 발견해서 099의 Flash 와 같은 구조(코루틴 + 원래 색 복귀)로 고쳤다.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세 번의 회수 — 이번 Phase 의 주제.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세 번 다 몇 달 전에 심어둔 것이다.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 심었나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319272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무엇을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891272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 거뒀나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628632" y="1874520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고친 양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276856"/>
            <a:ext cx="10673791" cy="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4414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067 (14주차)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319272" y="2441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입력 읽는 곳과 움직이는 곳을 분리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7891272" y="2441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628632" y="244144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8346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9443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073 (15주차)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319272" y="2944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스폰은 매니저 한 곳에서만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7891272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117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628632" y="294436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" y="33375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3447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095 (19주차)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319272" y="3447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카메라가 목록의 중심을 본다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7891272" y="34472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628632" y="344728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여섯 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38404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4224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867912" y="4224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해뒀을 때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976872" y="4224528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해뒀을 때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58952" y="4626864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8952" y="47914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입력</a:t>
            </a:r>
            <a:endParaRPr lang="en-US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3867912" y="47914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976872" y="4791456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읽는 모든 파일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8952" y="510235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58952" y="5212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스폰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3867912" y="5212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줄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976872" y="5212080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Instantiate 하는 모든 곳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58952" y="552297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58952" y="56327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카메라</a:t>
            </a:r>
            <a:endParaRPr lang="en-US" sz="1550" dirty="0"/>
          </a:p>
        </p:txBody>
      </p:sp>
      <p:sp>
        <p:nvSpPr>
          <p:cNvPr id="37" name="Text 35"/>
          <p:cNvSpPr txBox="1"/>
          <p:nvPr/>
        </p:nvSpPr>
        <p:spPr>
          <a:xfrm>
            <a:off x="3867912" y="56327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여섯 줄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976872" y="5632704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 계산을 새로 짠다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58952" y="59436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8952" y="6053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빠뜨리면</a:t>
            </a:r>
            <a:endParaRPr lang="en-US" sz="1550" dirty="0"/>
          </a:p>
        </p:txBody>
      </p:sp>
      <p:sp>
        <p:nvSpPr>
          <p:cNvPr id="41" name="Text 39"/>
          <p:cNvSpPr txBox="1"/>
          <p:nvPr/>
        </p:nvSpPr>
        <p:spPr>
          <a:xfrm>
            <a:off x="3867912" y="6053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976872" y="6053328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기능만 조용히 고장난다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58952" y="636422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24주차 회고 — 120회차는 새 문법이 없다.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설계는 지금 편하려고가 아니라 나중에 안 무너지려고 한다.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83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947672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것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879592" y="1783080"/>
            <a:ext cx="5550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새로 배운 것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18541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3500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116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947672" y="23500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서버에 부탁하기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879592" y="2350008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Rpc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64261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7523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947672" y="27523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호스트만 스폰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5879592" y="2752344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NetworkObject.Spawn() · 프리팹 목록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04495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154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118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947672" y="3154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젬 · 팀 경험치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879592" y="3154680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단독 판정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34472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35570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119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947672" y="35570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피격 판정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5879592" y="3557016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NetworkObjectId · SpawnManager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384962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3959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947672" y="39593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협동 카메라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5879592" y="3959352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없음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" y="42519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8952" y="4489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앞으로 코드를 짤 때 물어야 할 질문 — "이 규칙을 나중에 바꾸려면 몇 군데를 고쳐야 하나?"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0" y="4937760"/>
            <a:ext cx="12191695" cy="1920240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" y="53218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주 25주차 · Phase 9 마지막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58952" y="56875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진짜 인터넷으로 접속한다.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8778240" y="5468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121회차 –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778240" y="57972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줌아웃 · 부활 · Relay · 모드 통합.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24주차 · 세 번의 회수</dc:title>
  <dc:subject>PptxGenJS Presentation</dc:subject>
  <dc:creator>WaveBreaker 강의</dc:creator>
  <cp:lastModifiedBy>WaveBreaker 강의</cp:lastModifiedBy>
  <cp:revision>1</cp:revision>
  <dcterms:created xsi:type="dcterms:W3CDTF">2026-09-03T07:24:09Z</dcterms:created>
  <dcterms:modified xsi:type="dcterms:W3CDTF">2026-09-03T07:24:09Z</dcterms:modified>
</cp:coreProperties>
</file>