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질문의 70퍼센트가 '충돌이 안 돼요' 다. 이번 주의 진짜 산출물은 씬이 아니라 학생이 손에 쥔 충돌 체크리스트다.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041에서 043까지는 코드가 거의 없다. 전부 Inspector 다. 코드는 042와 044 둘뿐이라는 걸 첫날에 말해두면 학생 부담이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Component 검색창에 Rigid 를 치고 목록 두 개를 나란히 보여준다. 3D 를 붙이는 사고가 이 주 내내 반복된다.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Mass 실험은 말로 하지 말고 1 / 10 / 100 을 나란히 떨어뜨려 보여준다. 갈릴레오 얘기를 한 줄 붙이면 기억에 남는다.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Player 와 벽에는 Box Collider 2D 를 미리 붙여둔 시작 씬으로 연다. '충돌 부품이 있는데도 통과한다'를 먼저 보여줘야 이동 방식을 바꾸는 이유가 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Rigidbody 는 GetComponent 가 아니라 [SerializeField] 로 드래그해 넣는다. 코드로 찾는 건 046회차다. 040에서 Item 칸에 넣던 것과 똑같다고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이름만 바꿔도 겉으로는 차이가 없다. 그래서 '왜 바꾸는지'를 말로 짚어야 한다. 컴퓨터마다 물리가 달라지면 게임이 달라진다.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줄을 말로 넘기지 말고 씬에서 조합을 바꿔가며 네 번 Play 한다. 겪게 하는 게 목적이다. Scene 뷰의 초록 선이 실제 판정 경계라는 것도 여기서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Trigger 를 켜면 Collider 를 뗀 것과 뭐가 다르냐고 물어본다. 학생 답을 기다린다. 여기가 이 회차에서 가장 중요한 순간이다.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실측: 코인 3개를 지나가면 Console 에 1개째 2개째 3개째 먹었다 가 찍히고 코인이 전부 꺼진다. 벽에 닿으면 부딪혔다: Wall 이 따로 찍힌다.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Tag 후 다시 오브젝트를 선택해 드롭다운에서 고르는 단계를 화면 공유로 두 번 보여준다. 045의 Layer 에서 같은 실수가 그대로 반복된다.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Stay 를 넣어본 학생이 있으면 Console 이 잠기는 걸 보여주게 한다. 036에서 Update 로 Console 을 잠근 것과 같은 그림이라 연결이 잘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 도 Add Layer 로 만들기만 하고 오브젝트에 안 붙이는 실수가 그대로 반복된다. 044의 Tag 와 같은 실수라고 짚어준다. Matrix 는 프로젝트 설정이라 씬에 저장되지 않는다 — 시연 전에 강사가 직접 끄고, 끝나면 되돌린다.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Background / Ground / Enemy / Player / Effect 순으로 만든다. 순서를 잘못 만들면 드래그로 바꿀 수 있지만 처음에 맞추는 게 낫다. 깜빡거리면 순서가 같다는 뜻이다.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043에서 1~3번을 만들고 044에서 4번, 045에서 5번을 채운다. 빈칸을 남겨두고 학생이 직접 채우게 하는 게 설계 의도다. 앞으로 '충돌이 안 돼요' 라는 질문에는 '1번부터 봤어요?' 로 되묻는다.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Trigger 와 Tag 가 안 되는 학생은 10주차 총알에서 통째로 막힌다. 이 둘은 주말 안에 개별 시간을 잡아서라도 되게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9주차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부딪히게 만들기.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566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8주 동안 캐릭터는 벽을 뚫고 지나갔다. 이번 주에 멈춘다.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371600"/>
            <a:ext cx="4572000" cy="2560320"/>
          </a:xfrm>
          <a:prstGeom prst="roundRect">
            <a:avLst>
              <a:gd name="adj" fmla="val 892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C:\Users\user\Github\WaveBreaker\docs\04_배포자료\슬라이드\shots2\final\044_Trig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572768"/>
            <a:ext cx="4169664" cy="2157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3337560"/>
            <a:ext cx="4572000" cy="2560320"/>
          </a:xfrm>
          <a:prstGeom prst="roundRect">
            <a:avLst>
              <a:gd name="adj" fmla="val 892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C:\Users\user\Github\WaveBreaker\docs\04_배포자료\슬라이드\shots2\final\045_Layer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3538728"/>
            <a:ext cx="4169664" cy="215798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58952" y="5120640"/>
            <a:ext cx="31089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58952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041 – 045회차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58952" y="5596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착수 · 웨이브 브레이커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흐름.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041에서 떨어뜨리고, 042에서 멈추고, 045에서 안 부딪히게 만든다.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128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627632" y="221284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Rigidbody 2D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833872" y="2212848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Body Type · Gravity Scale · 물리가 주인이 된다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798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9992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299923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물리 기반 이동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833872" y="2999232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FixedUpdate · linearVelocity · 벽에서 멈춘다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5844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7856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3785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Collider 2D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833872" y="3785616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충돌 성립 조건 · Is Trigger · 통과하지만 알아챈다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3708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5720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45720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충돌 이벤트와 Tag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833872" y="4572000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OnTriggerEnter2D · CompareTag · 코드로 받는다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1572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3583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53583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Layer · Sorting Layer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5833872" y="5358384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아예 안 부딪히게 · 누가 앞에 보이나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" y="59436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부품 하나 붙였더니 떨어진다.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034에서 맛만 본 그 부품이다. 코드는 한 줄도 없다.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Body Type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중력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696712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부딪히면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165592" y="1965960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 게임에서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Dynamic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532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받는다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96712" y="2532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밀린다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165592" y="2532888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플레이어 · 몬스터 · 총알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0815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1912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Kinematic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502152" y="31912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받는다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96712" y="31912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밀린다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165592" y="3191256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정해진 길로 움직이는 발판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373989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38496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Static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3502152" y="38496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받는다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96712" y="38496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밀린다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165592" y="3849624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벽 · 바닥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3982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" y="4526280"/>
            <a:ext cx="5852160" cy="1828800"/>
          </a:xfrm>
          <a:prstGeom prst="roundRect">
            <a:avLst>
              <a:gd name="adj" fmla="val 12500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24712" y="4846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Rigidbody 2D 는 떨어지는 능력만 준다.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1124712" y="5486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부딪히는 능력은 Collider 2D 라는 다른 부품이다. 오늘 바닥을 뚫고 지나가는 건 정상이다.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4526280"/>
            <a:ext cx="4529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검색하면 두 개가 나온다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03720" y="4892040"/>
            <a:ext cx="4529023" cy="1463040"/>
          </a:xfrm>
          <a:prstGeom prst="roundRect">
            <a:avLst>
              <a:gd name="adj" fmla="val 1043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59752" y="5093208"/>
            <a:ext cx="4016959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Rigidbody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3D 용. 붙여도 아무 일도 안 일어난다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Rigidbody 2D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이걸 고른다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무거우면 빨리 떨어질까.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아니다. Mass 는 부딪혔을 때 누가 미느냐에 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항목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770632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148072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낙하 속도에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64922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Gravity Scale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770632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중력을 몇 배로 받나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48072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영향 있다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58952" y="2971800"/>
            <a:ext cx="64922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081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770632" y="3081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무게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148072" y="3081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없다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58952" y="3520440"/>
            <a:ext cx="64922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630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Damping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770632" y="3630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공기 저항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48072" y="3630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있다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58952" y="4069080"/>
            <a:ext cx="64922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2062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Gravity Scale 0 / 1 / 3 을 6.4초 떨어뜨린 실측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Gravity Scale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770632" y="4572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6.4초 뒤 y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148072" y="4572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 대비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" y="4974336"/>
            <a:ext cx="64922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" y="5138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770632" y="5138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148072" y="51389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떨어진다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758952" y="5541264"/>
            <a:ext cx="64922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" y="5650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770632" y="56509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-201.06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148072" y="56509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1배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758952" y="6053328"/>
            <a:ext cx="64922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8952" y="61630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770632" y="61630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-609.18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148072" y="61630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약 3배</a:t>
            </a:r>
            <a:endParaRPr lang="en-US" sz="1550" dirty="0"/>
          </a:p>
        </p:txBody>
      </p:sp>
      <p:sp>
        <p:nvSpPr>
          <p:cNvPr id="38" name="Shape 36"/>
          <p:cNvSpPr/>
          <p:nvPr/>
        </p:nvSpPr>
        <p:spPr>
          <a:xfrm>
            <a:off x="758952" y="6565392"/>
            <a:ext cx="64922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0" y="1965960"/>
            <a:ext cx="3843223" cy="228600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55280" y="2286000"/>
            <a:ext cx="31117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위에서 내려다보는 게임은 전부 0이다.</a:t>
            </a:r>
            <a:endParaRPr lang="en-US" sz="1900" dirty="0"/>
          </a:p>
        </p:txBody>
      </p:sp>
      <p:sp>
        <p:nvSpPr>
          <p:cNvPr id="41" name="Shape 39"/>
          <p:cNvSpPr/>
          <p:nvPr/>
        </p:nvSpPr>
        <p:spPr>
          <a:xfrm>
            <a:off x="7955280" y="3200400"/>
            <a:ext cx="3111703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955280" y="3364992"/>
            <a:ext cx="31117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웨이브 브레이커도 위에서 보는 로그라이크다. 042부터 플레이어 Gravity Scale 은 계속 0이다.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589520" y="4526280"/>
            <a:ext cx="38432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Drag 가 안 보인다는 질문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589520" y="4937760"/>
            <a:ext cx="38432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Unity 6에서 Linear Damping 으로 이름이 바뀌었다. 인터넷 자료는 아직 전부 Drag 다. 같은 항목이다.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040 코드는 벽을 뚫나.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부딪히는 부품이 이미 붙어 있는데도 통과한다. 이게 오늘의 도입이다.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040까지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331720"/>
            <a:ext cx="5486400" cy="1463040"/>
          </a:xfrm>
          <a:prstGeom prst="roundRect">
            <a:avLst>
              <a:gd name="adj" fmla="val 1043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4984" y="2532888"/>
            <a:ext cx="49743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transform.position =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 + dir * speed * Time.deltaTime;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물어보지도 않고 좌표를 그냥 넣는다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오늘부터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37960" y="2331720"/>
            <a:ext cx="4894783" cy="1463040"/>
          </a:xfrm>
          <a:prstGeom prst="roundRect">
            <a:avLst>
              <a:gd name="adj" fmla="val 1043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93992" y="2532888"/>
            <a:ext cx="4382719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rb.linearVelocity = new Vector2(h, v) * moveSpeed;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물리 엔진에게 부탁한다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040까지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525512" y="4114800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오늘부터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8952" y="451713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6817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옮기나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85032" y="46817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좌표를 대입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25512" y="4681728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물리 엔진에게 부탁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8952" y="51389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2486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Time.deltaTime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685032" y="52486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곱한다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25512" y="5248656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곱한다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58952" y="570585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58155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벽을 만나면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685032" y="58155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통과한다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25512" y="5815584"/>
            <a:ext cx="3904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멈춘다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758952" y="627278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위치를 넣으면 곱하고, 속도를 넣으면 안 곱한다.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039에서 deltaTime 을 곱했는데 오늘은 안 곱한다. 이유가 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852160" cy="1737360"/>
          </a:xfrm>
          <a:prstGeom prst="roundRect">
            <a:avLst>
              <a:gd name="adj" fmla="val 878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34009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rb.linearVelocity = new Vector2(h, v) * moveSpeed;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Vector3 가 아니라 Vector2 — 2D 물리는 z 를 안 쓴다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deltaTime 이 없다 — 이미 '1초에' 가 들어 있다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977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넣나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85032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deltaTime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239512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4379976"/>
            <a:ext cx="58521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4544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transform.position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4544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곱한다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239512" y="4544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038 – 040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5001768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5111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rb.linearVelocity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85032" y="51114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곱한다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239512" y="51114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568696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965960"/>
            <a:ext cx="4529023" cy="228600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9480" y="2286000"/>
            <a:ext cx="37975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1초에 얼마나 갈지를 넣는다.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269480" y="3200400"/>
            <a:ext cx="3797503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9480" y="3364992"/>
            <a:ext cx="37975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위치가 아니라 속도다. 속도에 시간을 또 곱하면 단위가 하나 더 나눠진다.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4526280"/>
            <a:ext cx="45290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velocity 에 노란 줄이 뜬다는 질문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4937760"/>
            <a:ext cx="45290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Unity 6에서 linearVelocity 로 이름이 바뀌었다. 경고지 에러가 아니다. 인터넷 자료는 전부 velocity 로 나온다.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물리는 시계가 따로 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화면은 컴퓨터마다 다르지만 물리는 누구든 1초에 50번이다.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136392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4535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1초에 몇 번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988552" y="196596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여기에 쓰는 것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136392" y="2532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한 장 그릴 때마다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컴퓨터마다 다르다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988552" y="253288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읽기 · 화면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0815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1912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FixedUpdate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136392" y="31912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정해진 시간마다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31912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누구든 50번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988552" y="3191256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Rigidbody 만지는 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373989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3840480"/>
            <a:ext cx="5852160" cy="1371600"/>
          </a:xfrm>
          <a:prstGeom prst="roundRect">
            <a:avLst>
              <a:gd name="adj" fmla="val 1113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4984" y="4041648"/>
            <a:ext cx="53400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FixedUpdate()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new Vector2(h, v) * moveSpeed;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840480"/>
            <a:ext cx="4529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규칙 하나만 기억한다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4206240"/>
            <a:ext cx="45290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rb. 으로 시작하는 줄은 FixedUpdate 에.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4800600"/>
            <a:ext cx="4529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나머지는 Update 에 둔다. 특히 GetKeyDown 은 FixedUpdate 에 쓰면 눌러도 씹힌다.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" y="562356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Fixedupdate 로 잘못 쓰면 에러도 안 난다. 유니티가 그냥 안 부른다. 이 주에서 가장 찾기 어려운 사고다.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충돌이 성립하는 조건은 두 줄뿐이다.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주 질문의 70퍼센트가 여기서 끝난다.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둘 다 Collider 2D 가 있어야 한다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45059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둘 중 최소 하나에 움직이는 Rigidbody 2D 가 있어야 한다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Player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벽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439912" y="320040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360273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767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Collider + Rigidbody(Dynamic)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767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Collider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39912" y="3767328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막힌다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8952" y="42245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3342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Collider + Rigidbody(Dynamic)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43342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Collider + Rigidbody(Static)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39912" y="4334256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막힌다 · 더 빠르다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8952" y="479145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49011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Collider 만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99432" y="49011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Collider 만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39912" y="4901184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아무 일도 안 일어난다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58952" y="535838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5468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Rigidbody 만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99432" y="5468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Collider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439912" y="5468112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통과한다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758952" y="592531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603504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물리 엔진은 움직이는 쪽을 기준으로 계산한다. 둘 다 가만히 있으면 검사할 이유가 없다.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막지는 않는데 알아챈다.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동전에 부딪혀 멈추면 이상하다. 통과하면서 먹어야 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959352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막나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239512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알아채나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702552" y="1965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2368296"/>
            <a:ext cx="6675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2532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Collider 없음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59352" y="2532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아니다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239512" y="2532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아니다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702552" y="25328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044952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 Trigger 끔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59352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막는다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239512" y="3154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알아챈다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702552" y="3154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벽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3666744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3776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 Trigger 켬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959352" y="3776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아니다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5239512" y="37764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알아챈다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6702552" y="37764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288536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48056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총알이 몬스터를 맞히는 것도 Is Trigger 다.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" y="49377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함정, 회복 구역, 획득물 — 막지 않고 알아채기만 하면 되는 건 전부 이쪽이다. 046회차 총알 발사에서 그대로 쓴다.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80960" y="1965960"/>
            <a:ext cx="3749040" cy="2670048"/>
          </a:xfrm>
          <a:prstGeom prst="roundRect">
            <a:avLst>
              <a:gd name="adj" fmla="val 8562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9" name="Image 0" descr="C:\Users\user\Github\WaveBreaker\docs\04_배포자료\슬라이드\shots2\final\043_Coll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2167128"/>
            <a:ext cx="3346704" cy="1792224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7882128" y="4032504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043_Collider_Done — 사방이 막힌 방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7680960" y="4709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오늘은 통과하는 것까지만 보인다. 알아챈 걸 받아내는 건 다음 시간이다.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내가 부르지 않아도 유니티가 부른다.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036의 Start · Update 와 같은 구조다. 매 프레임이 아니라 닿을 때다.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675120" cy="2377440"/>
          </a:xfrm>
          <a:prstGeom prst="roundRect">
            <a:avLst>
              <a:gd name="adj" fmla="val 642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16305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OnTriggerEnter2D(Collider2D other)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(other.CompareTag("Coin"))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coinCount++;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other.gameObject.SetActive(false);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조각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867912" y="4617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5020056"/>
            <a:ext cx="6675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5184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Collider2D other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867912" y="51846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닿은 상대가 여기 들어온다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5623560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733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SetActive(false)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67912" y="5733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040에서 스페이스로 껐다 켜던 그것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6172200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18120" y="1965960"/>
            <a:ext cx="3611880" cy="2578608"/>
          </a:xfrm>
          <a:prstGeom prst="roundRect">
            <a:avLst>
              <a:gd name="adj" fmla="val 886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0" descr="C:\Users\user\Github\WaveBreaker\docs\04_배포자료\슬라이드\shots2\final\044_Trig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288" y="2167128"/>
            <a:ext cx="3209544" cy="170078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019288" y="3941064"/>
            <a:ext cx="3209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044_Trigger_Done — 코인 3개와 벽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818120" y="461772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메서드 이름을 틀리면 에러도 안 난다.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818120" y="50292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그냥 조용히 아무 일도 안 일어난다. 손으로 치지 말고 OnTri 까지 치고 자동완성으로 넣는다.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만들었다와 붙였다는 다르다.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Add Tag 는 목록에 이름을 등록만 한다. 오브젝트에 붙이는 건 별개다.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2011680"/>
            <a:ext cx="6675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22128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16152" y="221284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Inspector 맨 위 Tag → Add Tag...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873752" y="221284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목록에 Coin 을 등록한다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2779776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852928"/>
            <a:ext cx="7187184" cy="640080"/>
          </a:xfrm>
          <a:prstGeom prst="roundRect">
            <a:avLst>
              <a:gd name="adj" fmla="val 2385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443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16152" y="29443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다시 오브젝트를 선택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873752" y="294436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여기서 멈추는 학생이 가장 많다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511296"/>
            <a:ext cx="667512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6758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16152" y="367588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Tag 드롭다운에서 Coin 선택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873752" y="367588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이제야 붙는다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466344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이름으로 구분하면 안 되나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50749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몬스터 이름은 Enemy, Enemy (1), Enemy (37)... 끝이 없다. Tag 는 하나로 전부 잡는다.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18120" y="1965960"/>
            <a:ext cx="3614623" cy="1828800"/>
          </a:xfrm>
          <a:prstGeom prst="roundRect">
            <a:avLst>
              <a:gd name="adj" fmla="val 835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74152" y="2167128"/>
            <a:ext cx="3102559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other.tag == "Coin"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오타를 조용히 넘긴다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other.CompareTag("Coin")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없는 Tag 면 에러로 알려준다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818120" y="4069080"/>
            <a:ext cx="3614623" cy="1828800"/>
          </a:xfrm>
          <a:prstGeom prst="roundRect">
            <a:avLst>
              <a:gd name="adj" fmla="val 12500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83880" y="4389120"/>
            <a:ext cx="28831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CompareTag 를 쓴다.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4892040"/>
            <a:ext cx="28831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더 빠르고, 틀렸을 때 알려준다. == 로 쓰면 Tag 이름을 오타 내도 아무 일이 안 일어나서 원인을 못 찾는다.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글자 한 개 차이로 안 불린다.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Trigger 는 Collider2D, Collision 은 Collision2D 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메서드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99432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Is Trigger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70255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매개변수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445752" y="19659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상대 오브젝트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2532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OnTriggerEnter2D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켬 · 통과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702552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Collider2D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445752" y="2532888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other.gameObject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0998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2095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OnCollisionEnter2D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32095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끔 · 막힘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02552" y="32095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Collision2D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445752" y="32095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collision.gameObject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377647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3977640"/>
            <a:ext cx="5852160" cy="1828800"/>
          </a:xfrm>
          <a:prstGeom prst="roundRect">
            <a:avLst>
              <a:gd name="adj" fmla="val 835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4984" y="4178808"/>
            <a:ext cx="534009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OnTriggerEnter2D(Collider2D other)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OnCollisionEnter2D(Collision2D collision)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Collider2D / Collision2D — 자동완성으로 넣는다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시점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3977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불리나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03720" y="4379976"/>
            <a:ext cx="45290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45445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544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닿는 순간 한 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03720" y="4946904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03720" y="5056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5056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닿아 있는 동안 계속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03720" y="5458968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03720" y="5568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55686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떨어질 때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03720" y="5971032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03720" y="6172200"/>
            <a:ext cx="45290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040의 GetKeyDown / GetKey 와 같은 구조다.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부딪힌 다음 고르지 말고, 아예 검사를 막는다.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Tag 로는 총알끼리 부딪히는 걸 막을 수 없다.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관계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776472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체크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239512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이유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64922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 × Bullet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76472" y="2532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끈다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239512" y="2532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부딪힐 이유가 없다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990088"/>
            <a:ext cx="64922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0998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 × Player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76472" y="30998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끈다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239512" y="30998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총알에 내가 맞으면 안 된다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557016"/>
            <a:ext cx="64922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6667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 × Wall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776472" y="36667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켠다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239512" y="36667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벽에는 맞아야 한다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123944"/>
            <a:ext cx="64922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233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× Wall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776472" y="4233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켠다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5239512" y="4233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벽에 막혀야 한다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690872"/>
            <a:ext cx="64922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800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→ Project Settings → Physics 2D → Layer Collision Matrix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" y="5257800"/>
            <a:ext cx="6492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총알이 200발이면 서로 검사하는 것만 매 프레임 4만 번이다.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체크 하나를 끄면 그게 통째로 사라진다. 성능 이야기이기도 하다.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77824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Tag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Layer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589520" y="2368296"/>
            <a:ext cx="38432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89520" y="2532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778240" y="2532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이름표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058400" y="25328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소속 그룹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2971800"/>
            <a:ext cx="38432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89520" y="30815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개수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778240" y="30815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 없음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0" y="3081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32개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589520" y="3520440"/>
            <a:ext cx="38432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89520" y="3630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곳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778240" y="3630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058400" y="3630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 설정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589520" y="4069080"/>
            <a:ext cx="38432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589520" y="41788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778240" y="41788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부딪힌 뒤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058400" y="4178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부딪히기 전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589520" y="4617720"/>
            <a:ext cx="38432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89520" y="4846320"/>
            <a:ext cx="38432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Layer 는 검사 자체를 막고, Tag 는 검사 결과를 골라낸다.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7589520" y="5669280"/>
            <a:ext cx="38432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둘 다 쓴다. Layer 로 큰 그물을 치고 Tag 로 세부를 고른다.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2D는 앞뒤를 따로 정해줘야 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Z 좌표가 아니라 Sorting Layer 로 관리한다.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029200" cy="3035808"/>
          </a:xfrm>
          <a:prstGeom prst="roundRect">
            <a:avLst>
              <a:gd name="adj" fmla="val 753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C:\Users\user\Github\WaveBreaker\docs\04_배포자료\슬라이드\shots2\final\045_Layer_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67128"/>
            <a:ext cx="4626864" cy="21579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4398264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 in Layer 1인 배경이 캐릭터를 덮는다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029200" cy="3035808"/>
          </a:xfrm>
          <a:prstGeom prst="roundRect">
            <a:avLst>
              <a:gd name="adj" fmla="val 753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1" descr="C:\Users\user\Github\WaveBreaker\docs\04_배포자료\슬라이드\shots2\final\045_Layer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167128"/>
            <a:ext cx="4626864" cy="21579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373368" y="4398264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배경을 Background 로 내리면 앞에 보인다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758952" y="5138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칸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3410712" y="5138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58952" y="5541264"/>
            <a:ext cx="67665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58952" y="57058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Sorting Layer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410712" y="57058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묶음 — 배경 / 바닥 / 캐릭터 / 이펙트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58952" y="6108192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58952" y="6217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in Layer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3410712" y="6217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묶음 안에서의 순서 — 숫자가 클수록 앞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58952" y="6620256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818120" y="5138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목록의 위가 뒤, 아래가 앞이다.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818120" y="555040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2D에서도 Z가 먹지만 Sorting Layer 가 우선이다. Z로 관리하면 나중에 뒤죽박죽이 된다.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충돌이 안 될 때 — 위에서부터.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주에 만들어 앞으로 계속 쓴다. 학생에게 받아 적게 한다.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16152" y="22402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둘 다 Collider 2D 가 있나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891272" y="2240280"/>
            <a:ext cx="3541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Inspector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84378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16152" y="300837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최소 하나에 Rigidbody 2D (Dynamic) 가 있나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7891272" y="3008376"/>
            <a:ext cx="3541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Inspector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6118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16152" y="377647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Is Trigger 상태가 의도한 대로인가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891272" y="3776472"/>
            <a:ext cx="3541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Inspector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37997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16152" y="45445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메서드 이름 · Tag 를 오브젝트에 붙였나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7891272" y="4544568"/>
            <a:ext cx="3541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/ Inspector 맨 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14807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5202936"/>
            <a:ext cx="11185855" cy="676656"/>
          </a:xfrm>
          <a:prstGeom prst="roundRect">
            <a:avLst>
              <a:gd name="adj" fmla="val 2256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16152" y="531266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Layer Collision Matrix 가 꺼져 있진 않나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7891272" y="5312664"/>
            <a:ext cx="3541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Settings → Physics 2D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6053328"/>
            <a:ext cx="4023360" cy="329184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60533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5번은 씬을 아무리 봐도 안 보인다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102352" y="605332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1~4번을 다 봤는데도 안 되면 여기다. 씬에는 아무 문제가 없는데 안 부딪힌다.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9주차 종료 조건.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045 데모에서 한 명씩 확인한다. 10주차는 이 위에 그대로 쌓인다.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17627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Rigidbody 2D 로 물체를 떨어뜨린다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952" y="270662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633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Body Type 3종의 차이를 말한다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323697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1638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rb.linearVelocity 로 캐릭터를 움직인다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376732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6941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물리 코드를 FixedUpdate 에 쓴다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42976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4224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Collider 2D 로 벽을 만들고 막힌다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9632" y="217627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 Trigger 로 통과하는 구역을 만든다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270662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2633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OnTriggerEnter2D 로 닿은 걸 받는다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9632" y="323697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1638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Tag 로 특정 대상만 골라낸다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376732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36941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Layer Collision Matrix 로 충돌을 끈다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9632" y="42976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4224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충돌 5단계 체크리스트를 외운다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5321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주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58952" y="56875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총알 20개를 손으로 복사했다.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54681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046 – 050회차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57972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프리팹과 Instantiate 로 코드가 찍어낸다.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9주차 · 부딪히게 만들기</dc:title>
  <dc:subject>PptxGenJS Presentation</dc:subject>
  <dc:creator>WaveBreaker 강의</dc:creator>
  <cp:lastModifiedBy>WaveBreaker 강의</cp:lastModifiedBy>
  <cp:revision>1</cp:revision>
  <dcterms:created xsi:type="dcterms:W3CDTF">2026-09-02T05:44:13Z</dcterms:created>
  <dcterms:modified xsi:type="dcterms:W3CDTF">2026-09-02T05:44:13Z</dcterms:modified>
</cp:coreProperties>
</file>