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6주간 콘솔만 했다. 오늘부터 유니티다. 학생이 가장 기다린 주간이라는 걸 첫 마디에 인정하고 시작한다.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035는 진도를 나가지 않는 날이다. 새 문법을 넣고 싶은 유혹을 참는다.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F가 안 먹는 이유 두 개(마우스 위치, 한영키)를 반드시 같이 말한다. 안 그러면 'F 눌러도 안 돼요'가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아직 Play를 누르지 않는다. Play 중 변경 날림은 037회차 주제다.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받아쓰기 5문제: (2,3) (-2,3) (-2,-3) (0,4) (5,0). 틀리는 학생이 절반이면 한 번 더 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좌표 맞히기 게임: 강사가 물체를 놓고 학생이 채팅에 좌표를 예상해 쓴다. 3~4번 반복하면 감각이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설명 없이 씬부터 연다. 두 사각형이 같은 자리인데 숫자가 다른 걸 먼저 보여주고, 그다음에 이름을 붙인다. 순서가 바뀌면 용어 암기가 된다. B_Parent 의 Position X 를 6 으로 바꿔 자식이 따라가는데 자식 숫자는 (0,0) 그대로인 걸 확인시킨다. 038회차의 transform.position / localPosition 이 여기서 시작된다.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'로컬 좌표계'라는 용어는 쓰지 않는다. 물어보는 학생에게만 개별로 알려준다.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팔이 흩어지면 자식 Position이 부모 기준이라는 걸 다시 짚는다. (1.5, 0)은 원점에서가 아니라 부모에서 1.5다.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Rigidbody를 뺐다 넣었다 두 번 반복한다. 능력이 부품에 있다는 걸 눈으로 확인시킨다. Add Component는 반드시 검색으로 — 3D Rigidbody를 고르는 학생이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Falling이 Decoration은 통과하고 Wall에서 멈추는지 확인시킨다. 안 멈추면 양쪽 Collider부터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채팅에 고정하거나 공지에 박아둔다. 다음 주부터 여기에 항목이 더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전원이 30초씩 데모한다. 잘 만든 걸 보여주는 자리가 아니라 여기까지 왔다는 걸 확인하는 자리다. 못 만든 학생에게는 Snapshot_P2_Week07.zip 을 배포한다.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경로 한글은 이번 주에 잡지 않으면 21주차 빌드에서 프로젝트를 다시 만들어야 한다. 031회차에 못을 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'언제 코딩해요?'라는 조급함이 반드시 나온다. 날짜를 명확히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19659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7주차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237744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유니티 입문.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3566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에디터가 손에 붙는 다섯 회차. 코드는 한 줄도 치지 않는다.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20840" y="1234440"/>
            <a:ext cx="4572000" cy="2697480"/>
          </a:xfrm>
          <a:prstGeom prst="roundRect">
            <a:avLst>
              <a:gd name="adj" fmla="val 8475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0" descr="C:\Users\user\AppData\Local\Temp\claude\C--Users-user-Github-WaveBreaker\fd97bec6-cef8-4bf5-a447-9a0fa572b36e\scratchpad\shots2\final\031_Insp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1435608"/>
            <a:ext cx="4169664" cy="22951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3310128"/>
            <a:ext cx="4572000" cy="2697480"/>
          </a:xfrm>
          <a:prstGeom prst="roundRect">
            <a:avLst>
              <a:gd name="adj" fmla="val 8475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" name="Image 1" descr="C:\Users\user\AppData\Local\Temp\claude\C--Users-user-Github-WaveBreaker\fd97bec6-cef8-4bf5-a447-9a0fa572b36e\scratchpad\shots2\final\035_Playgrou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488" y="3511296"/>
            <a:ext cx="4169664" cy="22951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" y="5120640"/>
            <a:ext cx="31089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5285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031 – 035회차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55961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웨이브 브레이커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이번 주 흐름.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다음 주부터 스크립트를 시작한다.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01168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21284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627632" y="221284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에디터와 Inspector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6199632" y="2212848"/>
            <a:ext cx="523311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창 · Scene 조작 · 값 바꾸기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279806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9992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27632" y="299923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Transform ① Position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199632" y="2999232"/>
            <a:ext cx="523311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좌표계 · X는 가로, Y는 세로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58444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7856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27632" y="378561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Transform ② 회전과 크기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3785616"/>
            <a:ext cx="523311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Rotation Z · Scale · 부모자식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437083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45720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27632" y="457200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GameObject와 Component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4572000"/>
            <a:ext cx="523311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그릇과 부품 · 붙이면 능력이 생긴다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515721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" y="535838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27632" y="535838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7주차 정리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6199632" y="5358384"/>
            <a:ext cx="523311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조합 실습 · 자가진단 5단계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8952" y="594360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인터페이스와 Inspector.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오늘의 중심은 Inspector — 앞으로 7개월간 가장 오래 볼 창이다.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854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Hierarchy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5694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 씬에 있는 것들의 목록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93082" y="19659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5690" y="21854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Scene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685690" y="25694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내가 배치하는 작업대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7213" y="19659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19821" y="21854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Game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319821" y="25694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플레이어가 보게 될 화면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" y="33375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5570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Inspector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410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고른 것의 설정판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93082" y="33375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5690" y="35570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Project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4685690" y="39410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프로젝트의 파일 전부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27213" y="33375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19821" y="35570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Console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8319821" y="39410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에러와 메시지가 뜨는 곳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58952" y="512064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물체가 안 보이면 — 클릭하고 F.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758952" y="5596128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마우스가 Scene 창 위에 있어야 하고, 한/영이 영문이어야 먹는다.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얼굴 만들기.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Square와 Circle만으로. 코드 없음, Play 없음.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Position / Scale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58952" y="2377440"/>
            <a:ext cx="49377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25603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Face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947672" y="25603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Circle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5603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0, 0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07992" y="25603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4, 4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017520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1272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EyeL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47672" y="312724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Circle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227832" y="31272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-0.8, 0.7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07992" y="31272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0.5, 0.5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3584448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369417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EyeR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947672" y="369417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Circle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227832" y="369417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0.8, 0.7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07992" y="369417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0.5, 0.5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8952" y="4151376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426110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Mouth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947672" y="426110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Square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227832" y="426110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0, -0.8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07992" y="426110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2, 0.3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8952" y="4718304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" y="5029200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눈이 얼굴에 가려지면 Sprite Renderer의 Order in Layer를 1로 올린다.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58952" y="57607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숫자 칸 위에서 좌우로 드래그해 보세요.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63640" y="1965960"/>
            <a:ext cx="5166360" cy="3858768"/>
          </a:xfrm>
          <a:prstGeom prst="roundRect">
            <a:avLst>
              <a:gd name="adj" fmla="val 5924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0" descr="C:\Users\user\AppData\Local\Temp\claude\C--Users-user-Github-WaveBreaker\fd97bec6-cef8-4bf5-a447-9a0fa572b36e\scratchpad\shots2\final\031_Insp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2167128"/>
            <a:ext cx="4764024" cy="2980944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6464808" y="5221224"/>
            <a:ext cx="4764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상태 — 강사 레퍼런스 씬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Transform ① Position과 좌표계.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앞으로 나올 거의 모든 코드가 좌표를 다룬다.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394960" cy="4114800"/>
          </a:xfrm>
          <a:prstGeom prst="roundRect">
            <a:avLst>
              <a:gd name="adj" fmla="val 5556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99032" y="4023360"/>
            <a:ext cx="4114800" cy="0"/>
          </a:xfrm>
          <a:prstGeom prst="line">
            <a:avLst/>
          </a:prstGeom>
          <a:noFill/>
          <a:ln w="15875">
            <a:solidFill>
              <a:srgbClr val="E0E0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56432" y="2697480"/>
            <a:ext cx="0" cy="2651760"/>
          </a:xfrm>
          <a:prstGeom prst="line">
            <a:avLst/>
          </a:prstGeom>
          <a:noFill/>
          <a:ln w="15875">
            <a:solidFill>
              <a:srgbClr val="E0E0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92424" y="3959352"/>
            <a:ext cx="128016" cy="128016"/>
          </a:xfrm>
          <a:prstGeom prst="ellipse">
            <a:avLst/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02736" y="40965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0, 0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36592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X +  오른쪽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X −  왼쪽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2542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Y +  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52852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Y −  아래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46520" y="1965960"/>
            <a:ext cx="4986223" cy="1938528"/>
          </a:xfrm>
          <a:prstGeom prst="roundRect">
            <a:avLst>
              <a:gd name="adj" fmla="val 11792"/>
            </a:avLst>
          </a:prstGeom>
          <a:solidFill>
            <a:srgbClr val="FFFFFF"/>
          </a:solidFill>
          <a:ln w="12700">
            <a:solidFill>
              <a:srgbClr val="F0F0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2286000"/>
            <a:ext cx="4254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2D에서 Z는 0으로 둔다.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761488"/>
            <a:ext cx="42547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유니티는 원래 3D 엔진이다. Z는 깊이인데 2D에서는 쓸 일이 거의 없다. 건드리면 물체가 사라진 것처럼 보인다.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4142232"/>
            <a:ext cx="4986223" cy="1938528"/>
          </a:xfrm>
          <a:prstGeom prst="roundRect">
            <a:avLst>
              <a:gd name="adj" fmla="val 11792"/>
            </a:avLst>
          </a:prstGeom>
          <a:solidFill>
            <a:srgbClr val="FFFFFF"/>
          </a:solidFill>
          <a:ln w="1270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12280" y="4462272"/>
            <a:ext cx="4254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Ctrl을 누른 채 끌면 정수로 떨어진다.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4937760"/>
            <a:ext cx="42547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손으로 그냥 끌면 2.03718 같은 값이 남는다. 게임은 돌아가지만 나중에 찾기 어려워진다.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좌표로 십자가 그리기.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소수점 없이 정확히. 1.99도 틀린 것으로 본다.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6629400" cy="4224528"/>
          </a:xfrm>
          <a:prstGeom prst="roundRect">
            <a:avLst>
              <a:gd name="adj" fmla="val 541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C:\Users\user\AppData\Local\Temp\claude\C--Users-user-Github-WaveBreaker\fd97bec6-cef8-4bf5-a447-9a0fa572b36e\scratchpad\shots2\final\032_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67128"/>
            <a:ext cx="6227064" cy="334670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5586984"/>
            <a:ext cx="6227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상태 — 강사 레퍼런스 씬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1965960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 좌표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818120" y="2377440"/>
            <a:ext cx="3614623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25603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Center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738360" y="2560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0, 0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18120" y="3017520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127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Up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738360" y="312724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0, 2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818120" y="3584448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18120" y="369417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Down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738360" y="36941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0, -2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818120" y="4151376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18120" y="42611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Left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738360" y="426110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-2, 0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818120" y="4718304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818120" y="48280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Right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9738360" y="48280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2, 0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818120" y="5285232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18120" y="5486400"/>
            <a:ext cx="36146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값은 손으로 끌지 말고 Inspector에 직접 타이핑한다. 그게 제일 빠르고 정확하다.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월드 좌표와 로컬 좌표.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자리에 있는데 Inspector 숫자가 다르다.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806440" cy="3721608"/>
          </a:xfrm>
          <a:prstGeom prst="roundRect">
            <a:avLst>
              <a:gd name="adj" fmla="val 6143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C:\Users\user\AppData\Local\Temp\claude\C--Users-user-Github-WaveBreaker\fd97bec6-cef8-4bf5-a447-9a0fa572b36e\scratchpad\shots2\final\032_WorldLo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67128"/>
            <a:ext cx="5404104" cy="28437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5084064"/>
            <a:ext cx="5404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032_WorldLocal_Demo — 설명 없이 이 씬부터 연다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1965960"/>
            <a:ext cx="44375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Inspector Position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995160" y="2377440"/>
            <a:ext cx="4437583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95160" y="25603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A_NoParent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5603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 없음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0378440" y="25603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3, 2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6995160" y="3072384"/>
            <a:ext cx="443758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95160" y="32004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B_Child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2004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 있음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78440" y="32004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0, 0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6995160" y="3712464"/>
            <a:ext cx="443758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95160" y="3977640"/>
            <a:ext cx="44375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사각형은 화면상 같은 자리에 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995160" y="4526280"/>
            <a:ext cx="4437583" cy="1572768"/>
          </a:xfrm>
          <a:prstGeom prst="roundRect">
            <a:avLst>
              <a:gd name="adj" fmla="val 14535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60920" y="4828032"/>
            <a:ext cx="3706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Position은 부모가 있으면 부모 기준,</a:t>
            </a:r>
            <a:endParaRPr lang="en-US" sz="1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없으면 월드 기준이다.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58952" y="5806440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부모 자리 + 로컬 좌표 = 실제 자리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Transform ② Rotation과 Scale.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2D는 Z만 돈다. Scale 음수는 뒤집기다.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394960" cy="1965960"/>
          </a:xfrm>
          <a:prstGeom prst="roundRect">
            <a:avLst>
              <a:gd name="adj" fmla="val 11628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24712" y="22402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Rotation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124712" y="2670048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Z = 45 → 기울어진다. 우리가 쓸 것.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X 또는 Y → 납작해진다. 2D에선 쓸 일 없다.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되돌리기는 Transform ⋮ → Reset.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58952" y="4114800"/>
            <a:ext cx="5394960" cy="1965960"/>
          </a:xfrm>
          <a:prstGeom prst="roundRect">
            <a:avLst>
              <a:gd name="adj" fmla="val 11628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24712" y="43891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Scale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24712" y="4818888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1이 기본, 2면 두 배, 0.5면 절반.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X에 −1을 넣으면 거울처럼 뒤집힌다.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0을 넣으면 사라진다.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46520" y="1965960"/>
            <a:ext cx="4986223" cy="411480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286000"/>
            <a:ext cx="42547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부모자식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2697480"/>
            <a:ext cx="42547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부모를 움직이면 위치·회전·크기가 다 따라온다.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3639312"/>
            <a:ext cx="4254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자식이 되는 순간 Position이 로컬 좌표로 바뀐다.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12280" y="4279392"/>
            <a:ext cx="4254703" cy="0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4480560"/>
            <a:ext cx="4254703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Hierarchy에서 오브젝트를 다른 오브젝트 위로 끌어다 놓으면 자식이 된다. 부모를 움직이면 자식이 따라온다. 캐릭터가 움직이면 체력바도 따라와야 한다 — 그때 이걸 쓴다.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로봇팔 만들기.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어깨를 돌리면 팔 전체가 돌아야 한다.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계층 구조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58952" y="2377440"/>
            <a:ext cx="49377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25603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Shoulder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959352" y="25603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어깨 — 부모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58952" y="3017520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12724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UpperArm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31272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윗팔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8952" y="3584448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27048" y="369417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LowerArm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59352" y="369417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아랫팔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58952" y="4151376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11096" y="426110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Hand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959352" y="426110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8952" y="4718304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4개를 먼저 만들어 계층부터 잡고, 그다음 좌표를 넣는다. 반대로 하면 위치가 튄다.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576072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Shoulder만 돌렸는데 손까지 따라 움직이면 통과.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63640" y="1965960"/>
            <a:ext cx="5166360" cy="3858768"/>
          </a:xfrm>
          <a:prstGeom prst="roundRect">
            <a:avLst>
              <a:gd name="adj" fmla="val 5924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0" descr="C:\Users\user\AppData\Local\Temp\claude\C--Users-user-Github-WaveBreaker\fd97bec6-cef8-4bf5-a447-9a0fa572b36e\scratchpad\shots2\final\033_Trans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2167128"/>
            <a:ext cx="4764024" cy="2980944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464808" y="5221224"/>
            <a:ext cx="4764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상태 — 4단 계층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GameObject와 Component.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조립이 아니라 분해로 가르친다.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부품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690872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없으면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799832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있으면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58952" y="2395728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468880"/>
            <a:ext cx="11185855" cy="676656"/>
          </a:xfrm>
          <a:prstGeom prst="roundRect">
            <a:avLst>
              <a:gd name="adj" fmla="val 22568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257860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Transform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257860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존재 불가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99832" y="257860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 · 회전 · 크기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" y="316382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338328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Sprite Renderer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4690872" y="338328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보인다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99832" y="3383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그림이 보인다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" y="396849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4187952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Collider 2D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4690872" y="418795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통과한다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799832" y="4187952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부딪힌다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8952" y="47731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499262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Rigidbody 2D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4690872" y="499262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가만히 있는다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99832" y="4992624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중력을 받는다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58952" y="557784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" y="580644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벽과 떨어지는 상자의 차이는 부품 하나다.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부품 조합 네 가지.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전부 Create Empty로 만든다.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2148840"/>
            <a:ext cx="49377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" y="23317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44952" y="2331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58952" y="2843784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952" y="299008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Decoration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044952" y="299008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Sprite Renderer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58952" y="3502152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648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Wall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44952" y="36484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Collider 2D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" y="4160520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" y="43068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Falling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044952" y="43068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Rigidbody 2D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58952" y="4818888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5212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떨어지는 쪽에도 Collider가 있어야 부딪힌다.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568756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양쪽 다 필요하다. 한쪽만 있으면 그냥 통과한다.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63640" y="1965960"/>
            <a:ext cx="5166360" cy="3858768"/>
          </a:xfrm>
          <a:prstGeom prst="roundRect">
            <a:avLst>
              <a:gd name="adj" fmla="val 5924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2" name="Image 0" descr="C:\Users\user\AppData\Local\Temp\claude\C--Users-user-Github-WaveBreaker\fd97bec6-cef8-4bf5-a447-9a0fa572b36e\scratchpad\shots2\final\034_Compon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2167128"/>
            <a:ext cx="4764024" cy="298094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6464808" y="5221224"/>
            <a:ext cx="4764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상태 — Falling이 Wall에서 멈춘다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막혔을 때 확인 순서.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오늘의 진짜 수업 — 새 문법은 하나도 안 나간다.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201168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" y="221284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2212848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물체가 화면 안에 있나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6245352" y="2212848"/>
            <a:ext cx="51873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 클릭 → 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8952" y="279806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61872" y="298094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Inspector 값이 이상하지 않나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245352" y="2980944"/>
            <a:ext cx="51873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Scale 0 / Rotation X·Y / Position Z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" y="356616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374904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37490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부품이 다 붙어 있나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6245352" y="3749040"/>
            <a:ext cx="51873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보이면 Sprite Renderer, 안 부딪히면 Collider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" y="433425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45171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4517136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체크박스가 켜져 있나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6245352" y="4517136"/>
            <a:ext cx="51873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오브젝트와 컴포넌트 둘 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8952" y="510235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528523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261872" y="5285232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Console에 빨간 줄이 있나</a:t>
            </a:r>
            <a:endParaRPr lang="en-US" sz="1550" dirty="0"/>
          </a:p>
        </p:txBody>
      </p:sp>
      <p:sp>
        <p:nvSpPr>
          <p:cNvPr id="25" name="Text 23"/>
          <p:cNvSpPr txBox="1"/>
          <p:nvPr/>
        </p:nvSpPr>
        <p:spPr>
          <a:xfrm>
            <a:off x="6245352" y="5285232"/>
            <a:ext cx="51873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있으면 더블클릭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58952" y="587044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다섯 개로 열 번 중 아홉 번은 해결된다.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내 놀이터 만들기.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7주차에 배운 것만으로 장면을 구성한다.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6629400" cy="4224528"/>
          </a:xfrm>
          <a:prstGeom prst="roundRect">
            <a:avLst>
              <a:gd name="adj" fmla="val 541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C:\Users\user\AppData\Local\Temp\claude\C--Users-user-Github-WaveBreaker\fd97bec6-cef8-4bf5-a447-9a0fa572b36e\scratchpad\shots2\final\035_Play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67128"/>
            <a:ext cx="6227064" cy="334670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5586984"/>
            <a:ext cx="6227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예시 — Play 중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1965960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요구 조건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818120" y="2377440"/>
            <a:ext cx="3614623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2560320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바닥 (Collider 있음, Rigidbody 없음)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18120" y="3035808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145536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떨어지는 물체 3개 이상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818120" y="3621024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730752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부모자식 구조 최소 한 곳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818120" y="4206240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18120" y="4315968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회전된 물체 하나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818120" y="4791456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18120" y="4901184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뒤집힌 물체 하나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818120" y="5376672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18120" y="5486400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정리, 좌표는 정수로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818120" y="5961888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이번 주 흔한 사고.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미리 알고 있으면 대응이 빨라진다. 강사용.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01168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1945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물체가 안 보여요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4690872" y="219456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 또는 카메라 밖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74152" y="2194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클릭하고 F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276148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92608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창을 닫아버림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690872" y="292608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실수로 드래그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074152" y="29260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Window → Layouts → Default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49300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65760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3D Rigidbody를 넣음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4690872" y="365760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결과 첫 줄을 고름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074152" y="36576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2D가 붙은 것을 고른다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422452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438912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자식으로 넣으니 위치가 튐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4690872" y="438912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좌표가 부모 기준으로 바뀜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074152" y="43891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부모에서부터 센다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495604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5029200"/>
            <a:ext cx="11185855" cy="640080"/>
          </a:xfrm>
          <a:prstGeom prst="roundRect">
            <a:avLst>
              <a:gd name="adj" fmla="val 23857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512064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경로가 한글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4690872" y="512064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이름이 한글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074152" y="5120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다시 만든다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8952" y="6053328"/>
            <a:ext cx="4160520" cy="329184"/>
          </a:xfrm>
          <a:prstGeom prst="roundRect">
            <a:avLst>
              <a:gd name="adj" fmla="val 50000"/>
            </a:avLst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" y="605332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문제는 21주차 빌드에서 터진다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239512" y="605332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그때 고치면 프로젝트를 다시 만들어야 한다. 031회차에 못을 박는다.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7주차 체크리스트.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전원이 통과해야 8주차로 넘어간다.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08483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창의 이름과 역할을 말한다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952" y="258775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5146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클릭하고 F로 물체를 찾는다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309067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3017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Inspector에서 Position을 바꾼다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8952" y="359359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520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 양수는 오른쪽, Y 양수는 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409651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0233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2D는 Rotation Z만 쓴다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208483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Scale 음수는 뒤집기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99632" y="258775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25146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월드 좌표와 로컬 좌표를 구분한다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309067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017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Component를 추가하고 제거한다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59359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3520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Transform은 지울 수 없다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9632" y="409651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0" y="40233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막혔을 때 5단계를 돌린다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937760"/>
            <a:ext cx="12191695" cy="1920240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53218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주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58952" y="568756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이제 코드가 대신 값을 바꾼다.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7863840" y="54681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036 – 040회차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579729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6주 동안 배운 클래스와 메서드가 드디어 나온다.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7주차 · 유니티 입문</dc:title>
  <dc:subject>PptxGenJS Presentation</dc:subject>
  <dc:creator>WaveBreaker 강의</dc:creator>
  <cp:lastModifiedBy>WaveBreaker 강의</cp:lastModifiedBy>
  <cp:revision>1</cp:revision>
  <dcterms:created xsi:type="dcterms:W3CDTF">2026-09-01T16:15:38Z</dcterms:created>
  <dcterms:modified xsi:type="dcterms:W3CDTF">2026-09-01T16:15:38Z</dcterms:modified>
</cp:coreProperties>
</file>