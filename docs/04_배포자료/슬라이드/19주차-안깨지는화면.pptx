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7 의 첫 주. 이 주차는 게임 기능을 하나도 안 늘린다. 그 사실을 첫 슬라이드에서 못 박아야 학생이 '왜 이걸 5회차나 하지?' 라고 안 묻는다.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블록에서 Play 를 켜고 '재밌습니까' / '남한테 보여주고 싶습니까' 두 질문을 던진다. 대답이 갈리는 게 이 Phase 의 존재 이유다.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Resolution 은 '이 해상도를 기준으로 만들었다' 는 선언이다. 한 번 정하면 안 바꾼다. 바꾸면 이미 배치한 UI 크기가 통째로 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 0 은 가로만, 1 은 세로만 본다. 0.5 는 반반. 640x480 은 4:3 이라 가로/세로 배율이 달라서 셋이 전부 다른 값이 나온다. 16:9 끼리면 셋이 같다.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091 과 092 를 잇는 다리다. Scaler 만 해두고 '끝났다' 고 착각하면 다음 주에 UI 가 다 튀어나간다.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가운데 앵커가 틀린 게 아니다. 가운데에 있어야 할 것은 가운데로 잡는 게 맞다. 틀린 건 모서리에 있어야 할 것을 가운데로 잡은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092 회차 전체의 근거다. 강사는 실제로 Game 뷰 드롭다운을 4:3 으로 바꿔 눈으로 보여준 뒤에 앵커를 고친다. 순서를 바꾸면 학생은 '그냥 누르라는 버튼' 으로 기억한다.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이 회전의 중심이라는 것도 같이 보여준다. Pivot 을 (0,0) 으로 두고 Rotation Z 를 돌리면 한눈에 들어온다.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SDF 는 글자 그림 대신 경계선까지의 거리를 저장한다. 거리를 알고 있으니 아무리 키워도 경계선을 다시 계산할 수 있다. CenterText 를 56 에서 200 으로 올려 보여주면 즉시 이해된다.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게임에 실제로 나온 글자가 96자뿐이다. Static 으로 한글 전체를 구우면 수십 MB 가 된다. Pretendard 는 SIL OFL 1.1 이라 재배포가 된다 — 라이선스 얘기를 꼭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은 사방 Stretch 로 안쪽 2px 을 준다. 그러면 부모 크기를 바꿔도 Fill 이 알아서 따라온다 — 092 회수 지점이다.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체력이든 경험치든 보스 체력이든 전부 이 하나로 된다. '현재값 / 최대값 만큼 채워라' 가 전부이기 때문이다. 똑같은 걸 두 번 쓰지 않는다 — 이게 오늘의 진짜 수업 내용이다.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검증하다가 실제로 나온 문제다. 학생도 똑같이 겪을 것이므로 강의안 본문에 넣었다. Filled 가 Sliced 를 무시한다는 건 문서에도 잘 안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:00 은 '두 자리로, 빈 자리는 0 으로' 라는 서식 지정자다. 빼면 1:35 가 되고 숫자가 흔들려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를 비우고 Play 하면 카메라가 아예 안 움직인다. 일부러 보여주면 배선 사고를 한 번에 이해한다. 037 회차의 '이름을 바꾸면 Unity 가 못 찾는다' 와 같은 사고다.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097회차에 '씬을 넘기면 점수가 사라지는' 사고를 일부러 겪게 한다. 원칙 4번(불편을 먼저)의 마지막 적용 지점이라는 걸 예고에서 흘려둔다.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깨지는 화면.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456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091–095 · Phase 7 착수 · 기능은 하나도 안 늘어난다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Canvas · Canvas Scaler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93710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092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93710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Anchor · Pivot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8468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093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8468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TextMeshPro · 한글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63227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094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163227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체력바 · 경험치바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97985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095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97985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레벨 · 시간 · 처치 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재밌다. 그런데 남한테 못 보여준다.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Phase 6 이 끝난 시점의 화면이 어떤 상태인가.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685032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18주차 (090)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187452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19주차 (095)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2768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441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체력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685032" y="2441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 '체력 13/20'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91272" y="2441448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빨간 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620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경험치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 '0/8'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91272" y="29718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위쪽 파란 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3924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502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배치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한 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91272" y="350215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모서리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92277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0325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창 크기를 바꾸면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685032" y="4032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어긋난다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891272" y="4032504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어긋난다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4531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87375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기능 추가 0개.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5330952"/>
            <a:ext cx="106737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몬스터도 무기도 보스도 그대로다. 바뀌는 건 화면뿐이다. 그런데 이 5회차를 건너뛴 학생은 26주차 발표에서 보여줄 화면이 없다.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Canvas 는 어디에, Scaler 는 얼마나 크게.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HUD 오브젝트에 붙어 있는 네 컴포넌트를 뜯는다.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Render Mode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27832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55778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Overlay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227832" y="2532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맨 위에 무조건 — 우리 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71800"/>
            <a:ext cx="55778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Screen Space · Camera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227832" y="3081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카메라가 그린다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520440"/>
            <a:ext cx="55778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World Space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227832" y="3630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월드에 판때기로 (머리 위 체력바)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4069080"/>
            <a:ext cx="55778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 Scale Mode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0" y="2368296"/>
            <a:ext cx="48463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2532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Constant Pixel Size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픽셀 수 고정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2971800"/>
            <a:ext cx="48463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3081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Constant Physical Size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 고정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3520440"/>
            <a:ext cx="48463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3630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Scale With Screen Size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3630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비율로 — 우리 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4069080"/>
            <a:ext cx="48463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454456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설정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758952" y="5001768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4984" y="5202936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Scale Mode        Scale With Screen Size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Resolution 1280 x 720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 Match Mode    Match Width Or Height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               0.5      // 가로·세로를 반반 참고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재봤다 — 체력바가 화면에서 차지하는 폭.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기준 폭 440. 세 해상도에서 실제로 몇 %인가.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설정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416552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640x480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748272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1280x720 (기준)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400032" y="19659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1920x1080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Constant Pixel Size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532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68.8%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48272" y="2532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34.4%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400032" y="253288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22.9%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29718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081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Scale With · Match 0.5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416552" y="3081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39.7%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3081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34.4%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400032" y="3081528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34.4%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35204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39044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 해상도에서는 둘이 완전히 같다 — 34.4%.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4361688"/>
            <a:ext cx="106737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그래서 해상도를 안 바꿔보면 이 문제는 절대 안 드러난다. 개발하는 해상도에서만 멀쩡하고, 빌드해서 남한테 보낸 날 터진다.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020056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4984" y="5221224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scaleFactor  ( = UI 를 몇 배로 그리는가 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640x480   Constant 1.000   Match 0 0.500   Match 1 0.667   Match 0.5 0.577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1920x1080 Constant 1.000                                   Match 0.5 1.500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네 설정 전부, 화면 밖으로는 안 나갔다.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그럼 Canvas Scaler 는 뭘 고친 건가.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640x480 에서 다섯 요소의 화면 좌표를 재본 결과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[A] Constant Pixel Size            모두 화면안 = 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[B] Scale With Screen Size · 0     모두 화면안 = 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[C] Scale With Screen Size · 1     모두 화면안 = 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[D] Scale With Screen Size · 0.5   모두 화면안 = True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3192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Scaler 는 '크기' 만 고친다. '위치' 는 안 고친다.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389120"/>
            <a:ext cx="106737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아무것도 안 튀어나간 이유는 Anchor 가 이미 제대로 잡혀 있어서다. 위치를 정하는 건 Anchor 다 — 그게 다음 회차다.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5166360"/>
            <a:ext cx="10673791" cy="786384"/>
          </a:xfrm>
          <a:prstGeom prst="roundRect">
            <a:avLst>
              <a:gd name="adj" fmla="val 1941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5166360"/>
            <a:ext cx="1005199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Anchor 는 '이 UI 가 화면의 어디에 붙어 있을지' 를 정하는 것.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Anchor — 벽의 어디에 붙인 포스트잇인가.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Min 과 Max 가 같으면 점, 다르면 범위(Stretch).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Anchor Min / Max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69087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348472" y="19202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HUD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(0.5,0.5) / (0.5,0.5)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정가운데 한 점 (기본값)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248716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CenterText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44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(0,1) / (0,1)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위 한 점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94436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LevelLabel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01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(1,1) / (1,1)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90872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위 한 점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48472" y="340156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KillLabel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858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(0.5,0) / (0.5,0)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90872" y="3858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가운데 한 점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48472" y="385876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HealthBar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(0,1) / (1,1)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690872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위쪽 가로 전체 — 늘어난다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48472" y="431596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ExpBar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46634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4992624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Min ≠ Max 면 칸 이름이 바뀐다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758952" y="5449824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4984" y="5650992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 앵커      Pos X / Width      Pos Y / Height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범위 앵커    Left / Right       Top / Bottom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ExpBar 는 Left 0 / Right 0  →  640x480:0~640   1280x720:0~1280   1920x1080:0~1920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4:3 으로 바꾸는 순간 잘려나간다.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오른쪽 위 '처치 N' 하나로 잰 값.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해상도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27832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앵커 가운데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앵커 오른쪽위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99832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폭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988552" y="18745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227685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441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1280x720 (16:9)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27832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1020 ~ 1260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13832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1020 ~ 1260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99832" y="24414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988552" y="244144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멀쩡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2990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1920x1080 (16:9)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27832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1530 ~ 1890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513832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1530 ~ 1890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99832" y="29900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988552" y="299008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멀쩡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4290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3538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640x480 (4:3)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227832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539 ~ 678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513832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490 ~ 628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799832" y="35387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988552" y="353872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가운데만 38px 잘림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3977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4398264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16:9 끼리는 좌표까지 똑같다.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4855464"/>
            <a:ext cx="106737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1280 에서도 1920 에서도 두 방식이 한 픽셀도 안 다르다. 비율이 같으니까. 그래서 이 사고는 끝까지 안 드러나다가, 빌드해서 남한테 보낸 날 터진다.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Pivot — 자기 몸의 어디를 잡고 있나.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Anchor 는 바깥, Pivot 은 안쪽.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처치 9 → 처치 128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글자가 길어지면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57607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Pivot (0.5, 0.5)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양쪽으로 벌어진다 → 오른쪽이 화면 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44368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54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Pivot (1, 1)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054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왼쪽으로만 자란다 → 오른쪽 끝 고정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511296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앵커 프리셋 클릭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232257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그냥 클릭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앵커만. 위치는 그대로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944368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3054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클릭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054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자리로 이동까지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3511296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0" y="36210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+ 클릭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36210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Pivot 도 같이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4078224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3986784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처음엔 Alt + Shift 클릭을 쓰라고 한다.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" y="4443984"/>
            <a:ext cx="1067379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그냥 클릭하면 UI 가 안 움직여서 '안 먹었나?' 한다. 실제로는 먹었다 — Pos X / Pos Y 가 이상한 숫자로 바뀐 걸 보여준다. 이게 오늘 2등 사고다.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□ 는 버그가 아니다. 폰트에 그 글자가 없는 것.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기본 폰트로 한글을 그려보면 이렇게 나온다.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검사 문자열: [ 게임 오버 처치 레벨 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Pretendard SDF       전부 있나 = True    없는 글자 수 = 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LiberationSans SDF   전부 있나 = False   없는 글자 수 = 8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없는 글자: [게임오버처치레벨]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85032" y="3931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레거시 Text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891272" y="393192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TextMeshPro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3342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498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원리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4498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픽셀 그림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91272" y="4498848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SDF (경계선까지의 거리)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892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5001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확대하면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5001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뭉개진다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91272" y="5001768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선명하다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3949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504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외곽선·그림자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685032" y="5504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어렵다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891272" y="5504688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한 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8978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한글은 11,172자다. 그래서 Dynamic 을 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쓴 글자만 그때그때 굽는다.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Static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434072" y="192024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Dynamic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굽나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487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전부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34072" y="248716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 나올 때 그때그때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한글이면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2944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11,172자를 다 구워야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34072" y="294436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쓴 글자만 들어간다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없는 글자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3401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340156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자리에서 만들어 넣는다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.ttf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3858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빌드에 없어도 된다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34072" y="385876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빌드에 있어야 한다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5720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재본 값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758952" y="5029200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4984" y="5230368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LiberationSans SDF   생성 방식 = Static    담긴 글자 수 = 250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Pretendard SDF       생성 방식 = Dynamic   담긴 글자 수 = 96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아틀라스 1024x1024 · 멀티 아틀라스 켜짐 · 패딩 9 · 파일 3.0MB · fallback 0개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626364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폰트 애셋은 강사가 만들어 배포한다. 학생이 각자 만들면 라이선스·생성 시간·설정 차이로 회차가 통째로 날아간다.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바는 Image 하나에 fillAmount 뿐이다.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Image Type 을 Filled 로 두면 일부만 그린다.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Image Type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56692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Simple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136392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그냥 늘려서 그린다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34640"/>
            <a:ext cx="56692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Sliced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136392" y="2944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모서리를 안 늘린다 (버튼용)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291840"/>
            <a:ext cx="56692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Tiled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136392" y="3401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반복해서 깐다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749040"/>
            <a:ext cx="56692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Filled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136392" y="3858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일부만 그린다 — 우리 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206240"/>
            <a:ext cx="56692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Filled 를 고르면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75120" y="2322576"/>
            <a:ext cx="47548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2487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 Method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Horizontal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2834640"/>
            <a:ext cx="47548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 Origin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Left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3291840"/>
            <a:ext cx="47548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3401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 Amount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3401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~ 1 — 코드로 바꾼다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0" y="3749040"/>
            <a:ext cx="47548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Image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비면 fillAmount 가 안 먹는다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4206240"/>
            <a:ext cx="47548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8952" y="4626864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 하나는 두 겹이다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758952" y="5084064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4984" y="5285232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HealthBar        Image (배경, 어두운 색)  + StatBar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Fill         Image (Filled, 빨강)     ← 이게 줄어든다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Label        TMP_Text  '13 / 20'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배경이 없으면 줄어든 만큼이 그냥 사라진다. 얼마나 남았는지 모른다.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스크립트는 하나면 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체력바와 경험치바가 하는 일이 똑같기 때문이다.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3035808"/>
          </a:xfrm>
          <a:prstGeom prst="roundRect">
            <a:avLst>
              <a:gd name="adj" fmla="val 503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StatBar : MonoBehaviour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[SerializeField] private Image fill;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[SerializeField] private TMP_Text label;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[SerializeField] private string format = "{0} / {1}";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Set(int current, int max)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(fill != null) fill.fillAmount = max &gt; 0 ? (float)current / max : 0f;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(label != null) label.text = string.Format(format, current, max);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93776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(float) 를 빼면 바가 안 줄어든다 — 오늘 1등 사고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394960"/>
            <a:ext cx="1067379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C# 에서 13 / 20 은 0 이다 (정수 나눗셈, 020회차). 바가 꽉 찼다가 죽는 순간 0 이 된다. max &gt; 0 검사를 빼면 NaN 이 나와 바가 통째로 사라진다.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겪은 것 — 기본 스프라이트로 만들었더니 뾰족해졌다.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체력바 왼쪽 끝이 둥글게 늘어났다.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원인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377440"/>
            <a:ext cx="1067379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Unity 기본 UISprite 는 모서리가 둥근 그림이다. Sliced 로 쓰면 모서리를 안 늘려서 괜찮은데, Filled 는 Sliced 를 무시하고 통째로 늘린다. 둥근 모서리가 그대로 늘어나 뾰족해진 것이다.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2186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고친 것 — 8x8 흰 사각형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675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867912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708392" y="3675888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952" y="407822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4242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867912" y="4242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x 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08392" y="424281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색만 있으면 되니 클 이유가 없다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5902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7000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Texture Type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3867912" y="4700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 (2D and UI)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08392" y="470001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0474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1572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Filter Mode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867912" y="51572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(no filter)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08392" y="515721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픽셀 아트 프로젝트 규칙 (053)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5046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5614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색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3867912" y="5614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흰색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708392" y="561441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의 Color 로 아무 색이나 곱한다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" y="59618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" y="6272784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빨강 바, 파랑 바를 그림 두 장으로 만들 필요가 없다. 흰 것 한 장이면 된다.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긴 한 줄을 세 모서리로 뜯는다.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항상 같은 자리에 있으면 안 찾아도 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27832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Anchor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Pivot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525512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628632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908792" y="192024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2487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LevelLabel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227832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왼쪽 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513832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(0, 1)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25512" y="2487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(20, -30)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28632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08792" y="2487168"/>
            <a:ext cx="521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TimeLabel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227832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 가운데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13832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(0.5, 1)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25512" y="2944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-30)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28632" y="2944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08792" y="2944368"/>
            <a:ext cx="521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3401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KillLabel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3227832" y="3401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오른쪽 위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513832" y="3401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525512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(-20, -30)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28632" y="34015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908792" y="3401568"/>
            <a:ext cx="521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웨이브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3227832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화면에서 뺀다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513832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525512" y="3858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628632" y="3858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908792" y="3858768"/>
            <a:ext cx="521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952" y="4535424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TimeLabel 만 40 이다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" y="4992624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크기로 무엇이 중요한지를 말한다. 다 같은 크기면 아무것도 안 중요해진다. 웨이브 번호는 플레이어가 알 필요 없는 내부 숫자라 뺀다.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8952" y="5596128"/>
            <a:ext cx="10673791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14984" y="5797296"/>
            <a:ext cx="1016172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094 에선 (float) 를 안 써서 사고가 났는데, 여기선 정수 나눗셈이 정답이다.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timeLabel.text = $"{total / 60:00}:{total % 60:00}";     // 95초 → 01:35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카메라를 지금 목록으로 바꿔둔다.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Phase 9 협동을 붙일 때 이 파일을 안 고치려고.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943600" cy="2830068"/>
          </a:xfrm>
          <a:prstGeom prst="roundRect">
            <a:avLst>
              <a:gd name="adj" fmla="val 53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431536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[SerializeField]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List&lt;Transform&gt; targets = new List&lt;Transform&gt;();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LateUpdate()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(targets.Count == 0)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center = Center();   // 원소가 1개면 068과 동작이 같다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goal = new Vector3(center.x, center.y, -10f);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Vector3.SmoothDamp(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transform.position, goal, ref velocity, smoothTime);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0" y="1920240"/>
            <a:ext cx="4572000" cy="3127248"/>
          </a:xfrm>
          <a:prstGeom prst="roundRect">
            <a:avLst>
              <a:gd name="adj" fmla="val 731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C:\Users\user\Github\WaveBreaker\docs\04_배포자료\슬라이드\shots2\final\095_HUD_6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2121408"/>
            <a:ext cx="4169664" cy="22494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59168" y="444398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640x480 (4:3) · 다섯 요소 전부 화면 안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48920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재본 값 — 지금은 목록에 한 명뿐이다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58952" y="5349240"/>
            <a:ext cx="10673791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14984" y="5550408"/>
            <a:ext cx="1016172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= (0.00, 0.00, -10.00)   player = (0.00, 0.00, 0.00)   거리 = 0.00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필드 이름이 target → targets 로 바뀌어 Inspector 배선이 풀린다. Targets 에 Player 를 다시 넣는다.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19주차 회고 — 기능 0개, 인상은 완전히 달라졌다.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새로 배운 건 다섯 개뿐이다.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947672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만든 것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879592" y="1783080"/>
            <a:ext cx="5550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배운 것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50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47672" y="2350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해상도 대응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879592" y="2350008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Canvas · Canvas Scaler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6517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7614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947672" y="2761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어긋나는 배치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2761488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Anchor · Pivot · Stretch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063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1729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947672" y="3172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한글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879592" y="3172968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Font Asset · SDF · Static/Dynamic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4747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5844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47672" y="35844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체력바 · 경험치바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879592" y="3584448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Image.fillAmount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3995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47672" y="3995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레벨 · 시간 · 처치 수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879592" y="3995928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List&lt;T&gt; 로 대상 여러 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2976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4553712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Snapshot_P7_HUD 배포 · 바 2개 + 라벨 3개 + 목록형 카메라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321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 20주차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화면과 화면을 잇는다.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5468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096회차 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57972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타이틀 · 결과 · 일시정지 · 타격감 · 사운드.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19주차 · 안 깨지는 화면</dc:title>
  <dc:subject>PptxGenJS Presentation</dc:subject>
  <dc:creator>WaveBreaker 강의</dc:creator>
  <cp:lastModifiedBy>WaveBreaker 강의</cp:lastModifiedBy>
  <cp:revision>1</cp:revision>
  <dcterms:created xsi:type="dcterms:W3CDTF">2026-09-03T03:54:38Z</dcterms:created>
  <dcterms:modified xsi:type="dcterms:W3CDTF">2026-09-03T03:54:38Z</dcterms:modified>
</cp:coreProperties>
</file>