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는 새 기술을 배우는 구간이 아니다. Phase 0~3 을 조립해 완결시키는 구간이다. 학생이 '이제 좀 알겠다' 고 말하면 이 Phase 의 목적은 달성이다.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진도가 밀리면 ②번 벽돌깨기를 잘라 5회차를 회수한다. 3개 중 하나만 남긴다면 ③번 생존 슈팅이다. 3개 시키려다 0개가 되는 게 최악이다.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를 예쁘게 만드느라 시간을 다 쓰는 학생이 나온다. 이 Phase 의 함정이다. '19주차에 제대로 합니다' 를 반복한다.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실측: t=0.99 에 점수 1, t=9.51 에 점수 9. Mathf.FloorToInt 를 빼면 3.847261 처럼 나온다 — 일부러 한 번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실측: 장애물 3대를 맞으면 GameOverText 가 켜지고 player 가 사라지며 timeScale 이 0 이 된다. 점수는 10에서 멈춘다.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 &gt; Build Profiles(또는 Build Settings) &gt; Add Open Scenes. 강사가 일부러 재현해서 에러를 읽는 시간을 갖는다 — Phase 0 의 '에러 읽는 습관' 자리다.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개조 시간에 아무것도 안 하는 학생이 있으면 그 자리에서 예시 1번을 같이 5분 안에 해준다. 시연을 빈손으로 넘기지 않는다. 여기서 학생이 처음 '내 게임' 감각을 갖는다.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046 에서 몬스터 10개를 손으로 끌어다 놨다. 오늘은 50개다. 손으로는 못 한다 — 배열과 반복문이 왜 필요한지가 여기서 처음 몸으로 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변수명은 i, j 가 아니라 row, col 로 쓰게 한다. 훨씬 안 헷갈린다. 타일맵·인벤토리 칸·미니맵은 전부 이 계산이다.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벽에도 같은 재질을 줄지 묻는 학생이 있다. 한쪽만 있어도 되지만 확실하게 하려면 둘 다 주는 게 낫다.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속도 유지 줄을 지우고 3분간 Play 해본 학생에게 데모를 시킨다. 느려지는 걸 다 같이 보면 그 줄의 이유가 굳는다.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050 에서 총알이 하던 것과 같은 코드다. Health 도 GetComponent 도 그대로 쓴다. 실측: t=1.06 에 남은 블록 49 — 한 개가 이미 깨졌다.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공을 놓치는 것은 DeadZone(Trigger + Tag)으로 잡는다. 043 의 동전과 같은 구조다. 한 스크립트에 Collision 과 Trigger 가 같이 있어도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 에 if (isOver) return; 이 있는 이유: 마지막 블록을 깨면서 공을 놓치면 클리어와 게임오버가 거의 동시에 온다. 먼저 들어온 쪽으로 끝낸다.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개조 시간에 아무것도 안 하는 학생과, 개조를 너무 크게 잡는 학생이 양쪽에 있다. 둘 다 그 자리에서 크기를 조절해준다.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14주차 첫 회차에서 '③번 기억나죠? 그걸 제대로 만듭니다' 로 본 프로젝트에 연결한다. 3주 뒤에 '아 그때 그거' 하게 만드는 게 목적이다.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12주차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끝내는 연습.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566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만드는 것과 끝내는 것은 다르다. 본 프로젝트 전에 그걸 세 번 겪는다.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20840" y="1371600"/>
            <a:ext cx="4572000" cy="2560320"/>
          </a:xfrm>
          <a:prstGeom prst="roundRect">
            <a:avLst>
              <a:gd name="adj" fmla="val 892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C:\Users\user\Github\WaveBreaker\docs\04_배포자료\슬라이드\shots2\final\057_Dodge_S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1572768"/>
            <a:ext cx="4169664" cy="2157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3337560"/>
            <a:ext cx="4572000" cy="2560320"/>
          </a:xfrm>
          <a:prstGeom prst="roundRect">
            <a:avLst>
              <a:gd name="adj" fmla="val 892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C:\Users\user\Github\WaveBreaker\docs\04_배포자료\슬라이드\shots2\final\060_Break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3538728"/>
            <a:ext cx="4169664" cy="215798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58952" y="5120640"/>
            <a:ext cx="31089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58952" y="5285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056 – 060회차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58952" y="5596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착수 · 웨이브 브레이커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지금까지는 씬을 만들었다.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시작도 끝도 없었다. 앞으로 2주 동안 작은 게임 세 개를 끝까지 만든다.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미니게임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867912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96712" y="1965960"/>
            <a:ext cx="5733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새로 배우는 것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532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피하기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3867912" y="2532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055 – 057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96712" y="2532888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 · 게임오버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266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136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벽돌깨기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867912" y="3136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058 – 062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696712" y="3136392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배열 배치 · 반사 · 클리어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6301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7398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생존 슈팅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867912" y="37398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063 – 065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696712" y="3739896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웨이브 — 본 프로젝트의 축소판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423367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" y="416052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4343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627632" y="4343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점수를 화면에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5833872" y="4343400"/>
            <a:ext cx="55988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Canvas · TextMeshPro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" y="483717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474573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057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627632" y="47457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게임오버 · 재시작 · 개조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5833872" y="4745736"/>
            <a:ext cx="55988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timeScale · LoadScene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" y="523951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8952" y="51480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058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627632" y="5148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블록을 배열로 깐다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5833872" y="5148072"/>
            <a:ext cx="55988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2중 for · Color[]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58952" y="56418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8952" y="55504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059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627632" y="5550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튀는 공</a:t>
            </a:r>
            <a:endParaRPr lang="en-US" sz="1550" dirty="0"/>
          </a:p>
        </p:txBody>
      </p:sp>
      <p:sp>
        <p:nvSpPr>
          <p:cNvPr id="35" name="Text 33"/>
          <p:cNvSpPr txBox="1"/>
          <p:nvPr/>
        </p:nvSpPr>
        <p:spPr>
          <a:xfrm>
            <a:off x="5833872" y="5550408"/>
            <a:ext cx="55988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Physics Material 2D · .normalized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" y="604418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58952" y="595274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060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627632" y="59527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패들 · 클리어</a:t>
            </a:r>
            <a:endParaRPr lang="en-US" sz="1550" dirty="0"/>
          </a:p>
        </p:txBody>
      </p:sp>
      <p:sp>
        <p:nvSpPr>
          <p:cNvPr id="39" name="Text 37"/>
          <p:cNvSpPr txBox="1"/>
          <p:nvPr/>
        </p:nvSpPr>
        <p:spPr>
          <a:xfrm>
            <a:off x="5833872" y="5952744"/>
            <a:ext cx="55988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Mathf.Clamp · 같은 뼈대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58952" y="64465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UI 는 Canvas 안에 있어야 보인다.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오늘 만드는 건 글자 한 줄이다. 레이아웃은 19주차.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같이 생기는 것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319272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뭔가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68296"/>
            <a:ext cx="6675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532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319272" y="25328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가 올라가는 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990088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0998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(TMP)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319272" y="30998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글자. Canvas 의 자식이어야 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557016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6667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EventSystem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319272" y="36667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클릭 등을 받는 것 — 오늘은 안 쓴다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4123944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4069080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Import TMP Essentials 를 먼저 누른다.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45262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처음 TMP 오브젝트를 만들면 창이 뜬다. 안 누르면 글자가 깨지거나 안 보인다. 반 전체가 동시에 만나는 창이다.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5440680"/>
            <a:ext cx="6675120" cy="1005840"/>
          </a:xfrm>
          <a:prstGeom prst="roundRect">
            <a:avLst>
              <a:gd name="adj" fmla="val 22727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24712" y="55961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기본 폰트에는 한글이 없다.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" y="59618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한글 폰트로 TMP 폰트 에셋을 따로 만들어 기본 폰트로 지정해 둬야 한다. 강사 준비물이다.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18120" y="1965960"/>
            <a:ext cx="3611880" cy="2578608"/>
          </a:xfrm>
          <a:prstGeom prst="roundRect">
            <a:avLst>
              <a:gd name="adj" fmla="val 8865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0" descr="C:\Users\user\Github\WaveBreaker\docs\04_배포자료\슬라이드\shots2\final\057_Dodge_S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9288" y="2167128"/>
            <a:ext cx="3209544" cy="1700784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019288" y="3941064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위에 글자 한 줄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7818120" y="46177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이게 있고 없고가 "게임 같다" 를 가른다.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039 의 deltaTime 이 점수가 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1초 동안 다 더하면 1이다. 그때 배운 그대로다.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400800" cy="2560320"/>
          </a:xfrm>
          <a:prstGeom prst="roundRect">
            <a:avLst>
              <a:gd name="adj" fmla="val 596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88873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[SerializeField] private TextMeshProUGUI scoreText;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+= Time.deltaTime;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now = Mathf.FloorToInt(score);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(now != shownScore)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shownScore = now;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scoreText.text = "점수 " + now;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조각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어디서 배웠나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5111496"/>
            <a:ext cx="6400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5276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+= Time.deltaTime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5276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5715000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5824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scoreText.text = ...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5824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049 의 sr.color = ... 와 같다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6263640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1965960"/>
            <a:ext cx="3888943" cy="2103120"/>
          </a:xfrm>
          <a:prstGeom prst="roundRect">
            <a:avLst>
              <a:gd name="adj" fmla="val 10870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09560" y="2286000"/>
            <a:ext cx="31574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값이 바뀔 때만 갱신한다.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909560" y="2816352"/>
            <a:ext cx="3157423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09560" y="2971800"/>
            <a:ext cx="31574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숫자가 바뀔 때만 글자를 건드리면 1초에 60번이 1번이 된다. 지금은 글자 하나라 괜찮지만 습관을 들인다.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4343400"/>
            <a:ext cx="3888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Text 가 아니라 TextMeshProUGUI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4754880"/>
            <a:ext cx="38889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검색하면 옛날 UI Text 자료가 나온다. 우리는 TMP 를 쓰고 using TMPro; 가 필요하다.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죽었는지는 null 로 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049 에서 배운 것이 여기서는 게임오버 조건이 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400800" cy="1920240"/>
          </a:xfrm>
          <a:prstGeom prst="roundRect">
            <a:avLst>
              <a:gd name="adj" fmla="val 7952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8887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Update()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(isGameOver) { /* R 키 재시작 */ return;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(player == null)   // Health 가 Destroy 하면 null 이 된다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GameOver();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1605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isGameOver 가 왜 필요한가.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6177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없으면 GameOver() 가 매 프레임 불린다. 036 의 "한 번이냐 계속이냐" 가 또 나온다.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049 에서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37260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057 에서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543800" y="2368296"/>
            <a:ext cx="388894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43800" y="2532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없는 걸 만지지 마라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372600" y="2532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없어졌으면 게임오버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543800" y="3154680"/>
            <a:ext cx="388894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43800" y="3200400"/>
            <a:ext cx="3888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같은 도구가 다른 일을 한다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543800" y="3611880"/>
            <a:ext cx="38889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Phase 4 가 계속 이런 식이다. 새 문법이 아니라 배운 것의 새 쓰임이 나온다.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멈추고, 다시 시작한다.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게임의 뼈대 네 줄 중 마지막 두 줄이다.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400800" cy="1737360"/>
          </a:xfrm>
          <a:prstGeom prst="roundRect">
            <a:avLst>
              <a:gd name="adj" fmla="val 878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88873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Time.timeScale = 0f;                                  // 멈춤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Time.timeScale = 1f;                                  // 먼저 되돌리고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SceneManager.LoadScene(SceneManager.GetActiveScene().name);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조각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뜻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4334256"/>
            <a:ext cx="6400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4498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Time.timeScale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4498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시간의 배속 — 0이면 물리도 코루틴도 멈춘다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4937760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5047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LoadScene(이름)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5047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씬을 처음부터 다시 연다 = 재시작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5486400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1965960"/>
            <a:ext cx="3888943" cy="1828800"/>
          </a:xfrm>
          <a:prstGeom prst="roundRect">
            <a:avLst>
              <a:gd name="adj" fmla="val 12500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09560" y="2240280"/>
            <a:ext cx="31574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timeScale 은 씬을 바꿔도 안 돌아온다.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3063240"/>
            <a:ext cx="31574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 으로 둔 채 재시작하면 새 씬도 멈춰 있다. LoadScene 앞에서 1 로 돌린다.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5669280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56692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씬을 Build Settings 에 추가해야 열린다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285232" y="566928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여기서 반 전체가 동시에 막힌다. 에러 메시지에 답이 그대로 적혀 있으니 다 같이 읽는다.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43800" y="3931920"/>
            <a:ext cx="3888943" cy="1371600"/>
          </a:xfrm>
          <a:prstGeom prst="roundRect">
            <a:avLst>
              <a:gd name="adj" fmla="val 11133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99832" y="4133088"/>
            <a:ext cx="337687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 'xxx' couldn't be loaded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because it has not been added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the Build Settings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개조 예시를 미리 준다.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자유도가 오히려 부담이 되는 학생이 많다. 낮게 시작한다.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개조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965192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난이도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428232" y="1965960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어디를 만지나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장애물이 점점 빨라진다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965192" y="25328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쉬움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28232" y="2532888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코루틴에서 spawnInterval 을 줄인다 (052)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9900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0998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장애물 색·크기가 랜덤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965192" y="30998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쉬움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28232" y="3099816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Instantiate 뒤에 localScale · color (049)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5570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6667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회복 아이템이 떨어진다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4965192" y="36667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보통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28232" y="3666744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Health 에 Heal 추가 + 프리팹 하나 (050)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412394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233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10초마다 두 배로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4965192" y="42336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보통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28232" y="4233672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코루틴 안에서 for 횟수를 늘린다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69087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4800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무적 시간 1초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4965192" y="4800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어려움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28232" y="4800600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Health 에 시간 확인 추가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" y="52578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" y="5074920"/>
            <a:ext cx="10673791" cy="1234440"/>
          </a:xfrm>
          <a:prstGeom prst="roundRect">
            <a:avLst>
              <a:gd name="adj" fmla="val 18519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24712" y="530352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1번이나 2번이면 충분하다.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1124712" y="5760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오늘 목표는 "내가 바꿨다" 다. 시연 때 뭘 왜 바꿨는지 한 문장으로 말하는 것까지가 과제다.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4주차 2차원 배열과 구조가 같다.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Console.Write 자리에 Instantiate 가 들어간 것뿐이다.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394960" cy="2011680"/>
          </a:xfrm>
          <a:prstGeom prst="roundRect">
            <a:avLst>
              <a:gd name="adj" fmla="val 759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488289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4주차 · 콘솔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row = 0; row &lt; 3; row++)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col = 0; col &lt; 4; col++)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Console.Write(map[row, col]);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46520" y="1965960"/>
            <a:ext cx="4986223" cy="2011680"/>
          </a:xfrm>
          <a:prstGeom prst="roundRect">
            <a:avLst>
              <a:gd name="adj" fmla="val 759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02552" y="2167128"/>
            <a:ext cx="4474159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058회차 · 유니티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row = 0; row &lt; rows; row++)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col = 0; col &lt; columns; col++)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Instantiate(brick, 계산한 좌표);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4251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콘솔 (4주차)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4251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유니티 (오늘)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622792" y="4251960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58952" y="4654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4818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map[row, col] 읽기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48188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row, col 로 좌표 계산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22792" y="4818888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인덱스를 좌표로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522122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5330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99432" y="53309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Instantiate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622792" y="5330952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찍는 대상만 다르다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57332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58430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줄바꿈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99432" y="58430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를 한 칸 내린다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622792" y="5843016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032: 위가 +y 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624535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블록이 10개면 간격은 9개다.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가운데 정렬에서 -1 을 빼먹는 게 계산 사고 1등이다.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400800" cy="1371600"/>
          </a:xfrm>
          <a:prstGeom prst="roundRect">
            <a:avLst>
              <a:gd name="adj" fmla="val 11133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8887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startX = -(columns - 1) * spacingX / 2f;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x = startX + col * spacingX;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y = startY - row * spacingY;    // 아래로 가려면 빼기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인덱스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770632" y="3611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좌표로 바꾸는 법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4014216"/>
            <a:ext cx="6400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4178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(열)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70632" y="4178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startX + col * spacingX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4617720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47274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(행)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770632" y="47274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startY - row * spacingY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5166360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43800" y="1965960"/>
            <a:ext cx="38889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실측 — 058_Bricks_Done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항목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37260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값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543800" y="2734056"/>
            <a:ext cx="388894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3800" y="2898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수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2898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50개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543800" y="3319272"/>
            <a:ext cx="388894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4380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 범위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37260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-5.40 ~ 5.40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7543800" y="3849624"/>
            <a:ext cx="388894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43800" y="3959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중심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372600" y="39593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0.00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7543800" y="4379976"/>
            <a:ext cx="388894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43800" y="4489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서로 다른 색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372600" y="44897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5개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7543800" y="4910328"/>
            <a:ext cx="388894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8952" y="539496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숫자 하나로 30개가 늘어난다.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758952" y="58521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rows 를 5에서 8로 바꾸면 80개가 되고 여전히 가운데 정렬이다. 이게 반복문을 쓰는 이유다.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튀는 건 코드가 아니라 에셋이 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부딪힌 뒤 어떻게 되느냐는 Physics Material 2D 로 정한다.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항목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136392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값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416552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뜻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6675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Friction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36392" y="2532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416552" y="2532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마찰 없음 — 스치면서 안 느려진다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3081528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1912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Bounciness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136392" y="31912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416552" y="31912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부딪힌 만큼 그대로 튄다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739896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794760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Material 칸은 Rigidbody 가 아니라 Collider 에 있다.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502152" y="4343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8952" y="4745736"/>
            <a:ext cx="6675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910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Bounciness 0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502152" y="49103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튄다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" y="5312664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5422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Bounciness 0.5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502152" y="54223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절반씩 죽는다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" y="5824728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" y="59344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Bounciness 1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502152" y="59344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온전히 튄다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8952" y="6336792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18120" y="1965960"/>
            <a:ext cx="3614623" cy="2103120"/>
          </a:xfrm>
          <a:prstGeom prst="roundRect">
            <a:avLst>
              <a:gd name="adj" fmla="val 10870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83880" y="2240280"/>
            <a:ext cx="28831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공은 Is Trigger 가 꺼져 있어야 한다.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3063240"/>
            <a:ext cx="28831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동전은 통과해야 해서 Trigger 였고(043), 공은 튕겨야 하니 아니다.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818120" y="4343400"/>
            <a:ext cx="36146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9주차 물리의 마지막 조각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818120" y="4754880"/>
            <a:ext cx="361462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Rigidbody · Collider · Layer 까지 배웠는데 반사만 안 했다. 벽돌깨기가 그걸 배우는 가장 자연스러운 자리다.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040 에서 미뤄둔 .normalized.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그때는 눈치챈 사람에게만 알려줬다. 오늘은 없으면 게임이 망가진다.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400800" cy="960120"/>
          </a:xfrm>
          <a:prstGeom prst="roundRect">
            <a:avLst>
              <a:gd name="adj" fmla="val 15905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8887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FixedUpdate()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rb.linearVelocity = rb.linearVelocity.normalized * speed;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136392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벡터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148072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길이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3694176"/>
            <a:ext cx="6400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858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속도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36392" y="3858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(6, 4)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148072" y="3858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약 7.2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58952" y="4297680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44074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.normalized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136392" y="4407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(0.83, 0.55)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48072" y="4407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8952" y="4846320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4956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 speed(8)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136392" y="4956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(6.6, 4.4)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148072" y="4956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8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58952" y="5394960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43800" y="1965960"/>
            <a:ext cx="38889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실측 — 060_Breakout_Done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시점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37260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 속도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543800" y="2734056"/>
            <a:ext cx="388894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43800" y="2898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1.06초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372600" y="2898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8.000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7543800" y="3337560"/>
            <a:ext cx="388894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43800" y="3447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1.16초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372600" y="3447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8.000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7543800" y="3886200"/>
            <a:ext cx="388894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43800" y="3977640"/>
            <a:ext cx="38889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Bounciness 1 이어도 물리 오차가 쌓여 흔들린다. 이 한 줄이 그걸 잡는다.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58952" y="55321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040 의 대각선 문제가 이거였다.</a:t>
            </a:r>
            <a:endParaRPr lang="en-US" sz="1900" dirty="0"/>
          </a:p>
        </p:txBody>
      </p:sp>
      <p:sp>
        <p:nvSpPr>
          <p:cNvPr id="36" name="Text 34"/>
          <p:cNvSpPr txBox="1"/>
          <p:nvPr/>
        </p:nvSpPr>
        <p:spPr>
          <a:xfrm>
            <a:off x="758952" y="59436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(1,1) 은 길이가 1.41 이라 대각선이 빨랐다. 방향만 쓰고 싶을 때는 항상 .normalized 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총알은 통과하며 맞히고, 공은 튕기며 맞힌다.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044 에서 표로만 봤던 차이가 실제로 갈리는 자리다.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136392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총알 (050)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1965960"/>
            <a:ext cx="4636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 (059)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메서드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36392" y="2532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OnTriggerEnter2D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93992" y="2532888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OnCollisionEnter2D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300837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1181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매개변수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136392" y="31181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Collider2D other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93992" y="3118104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Collision2D collision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59359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703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상대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136392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other.gameObject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793992" y="3703320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collision.gameObject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417880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2885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맞은 뒤 나는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136392" y="42885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사라진다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93992" y="4288536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튕긴다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76402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" y="4754880"/>
            <a:ext cx="10673791" cy="1737360"/>
          </a:xfrm>
          <a:prstGeom prst="roundRect">
            <a:avLst>
              <a:gd name="adj" fmla="val 878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4984" y="4956048"/>
            <a:ext cx="10161727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OnCollisionEnter2D(Collision2D collision) 안에서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(collision.gameObject.CompareTag("Brick"))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Health health = collision.gameObject.GetComponent&lt;Health&gt;();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(health != null) health.TakeDamage(damage);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패들은 Kinematic 이어야 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Dynamic 이면 공에 맞아서 패들이 밀려난다. 041 의 Body Type 그대로다.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400800" cy="1737360"/>
          </a:xfrm>
          <a:prstGeom prst="roundRect">
            <a:avLst>
              <a:gd name="adj" fmla="val 878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88873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h = Input.GetAxisRaw("Horizontal");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pos.x += h * moveSpeed * Time.deltaTime;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pos.x = Mathf.Clamp(pos.x, -limitX, limitX);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977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조각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685032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어디서 배웠나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4379976"/>
            <a:ext cx="6400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45445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Input.GetAxisRaw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685032" y="45445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4965192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* moveSpeed * Time.deltaTime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85032" y="5074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039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5495544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56052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Mathf.Clamp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685032" y="5605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050 — 체력에서 썼다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6025896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3800" y="1965960"/>
            <a:ext cx="3888943" cy="2011680"/>
          </a:xfrm>
          <a:prstGeom prst="roundRect">
            <a:avLst>
              <a:gd name="adj" fmla="val 11364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09560" y="2240280"/>
            <a:ext cx="31574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055 에서 여러분이 만든 그 코드다.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3017520"/>
            <a:ext cx="31574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042 의 이동에서 세로 입력을 빼서 좌우로만 움직이게 한 것. 여기에 Clamp 만 더했다.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4251960"/>
            <a:ext cx="3888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linearVelocity 가 아닌가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4663440"/>
            <a:ext cx="388894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Kinematic 이라 물리가 안 밀어준다. 그래서 직접 옮긴다. 좋은 질문이니 나오면 이렇게 답한다.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두 매니저가 거의 같다.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게임이 완전히 다른데 뼈대는 같다. 이게 Phase 4 가 가르치는 전부다.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하는 일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502152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057 피하기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342632" y="1965960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060 벽돌깨기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죽음 감지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2532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 == null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42632" y="2532888"/>
            <a:ext cx="4087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 == null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9718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081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번만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30815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isGameOver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42632" y="3081528"/>
            <a:ext cx="4087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5204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630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멈춤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36301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Time.timeScale = 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42632" y="3630168"/>
            <a:ext cx="4087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같다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40690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178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재시작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502152" y="4178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LoadScene(...)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42632" y="4178808"/>
            <a:ext cx="4087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같다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6177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4727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끝나는 방법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502152" y="4727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죽음 하나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42632" y="4727448"/>
            <a:ext cx="4087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죽음 + 클리어 둘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" y="51663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539496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클리어 판정은 왜 코루틴인가.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" y="58521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FindGameObjectsWithTag 는 씬 전체를 뒤진다. 0.5초에 한 번이면 사람 눈에는 즉시다.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818120" y="5394960"/>
            <a:ext cx="3614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실측 — 060_Breakout_Done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818120" y="5760720"/>
            <a:ext cx="3614623" cy="960120"/>
          </a:xfrm>
          <a:prstGeom prst="roundRect">
            <a:avLst>
              <a:gd name="adj" fmla="val 15905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74152" y="5961888"/>
            <a:ext cx="3102559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 놓침 → "게임 오버"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블록 0 → "클리어!"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 흔한 사고.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절반이 씬 설정, 절반이 되돌리기를 잊은 것이다. 강사용.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01168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4028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글자가 깨지거나 안 보임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148072" y="224028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TMP Essentials 미임포트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531352" y="224028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창이 뜨면 Import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275234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88036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씬을 못 연다는 에러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148072" y="288036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Settings 에 씬 없음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31352" y="288036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 Open Scenes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39242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52044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재시작했는데 멈춰 있음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148072" y="352044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timeScale 을 1로 안 돌림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31352" y="352044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LoadScene 앞에서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403250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1605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패들이 공에 밀려남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148072" y="416052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Body Type 이 Dynamic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31352" y="416052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Kinematic 으로 (041)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467258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480060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공이 벽에 붙어 멈춤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5148072" y="480060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Physics Material 없음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531352" y="480060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Bounciness 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" y="53126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544068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가운데가 살짝 안 맞음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5148072" y="544068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-1 을 빼먹음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531352" y="544068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간격은 개수보다 하나 적다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" y="617220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UI 를 예쁘게 만드느라 시간을 다 쓰는 것 — 이 Phase 의 함정이다.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12주차 정리.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게임을 끝내는 데 필요한 건 네 줄이다. 벽돌깨기도 본 프로젝트도 같다.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587752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428232" y="1965960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쓴 것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532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시작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2587752" y="2532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씬을 연다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28232" y="2532888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(자동)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9900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0998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진행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2587752" y="30998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점수가 쌓인다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3099816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Time.deltaTime · .text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5570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6667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끝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2587752" y="36667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조건이 되면 멈춘다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28232" y="3666744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확인 · Time.timeScale = 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412394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4233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다시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2587752" y="4233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처음으로 돌아간다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28232" y="4233672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SceneManager.LoadScene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469087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937760"/>
            <a:ext cx="12191695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5321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주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58952" y="56875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미니게임 ③ 이 본 프로젝트의 축소판이다.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54681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061 – 065회차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579729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적이 계속 나오고, 쏘고, 버틴다.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12주차 · 끝내는 연습</dc:title>
  <dc:subject>PptxGenJS Presentation</dc:subject>
  <dc:creator>WaveBreaker 강의</dc:creator>
  <cp:lastModifiedBy>WaveBreaker 강의</cp:lastModifiedBy>
  <cp:revision>1</cp:revision>
  <dcterms:created xsi:type="dcterms:W3CDTF">2026-09-02T08:17:11Z</dcterms:created>
  <dcterms:modified xsi:type="dcterms:W3CDTF">2026-09-02T08:17:11Z</dcterms:modified>
</cp:coreProperties>
</file>