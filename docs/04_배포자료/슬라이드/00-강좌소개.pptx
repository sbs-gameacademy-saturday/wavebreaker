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85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장은 결과물로 시작한다. '코딩을 몰라도 됩니다'가 이 반의 전제고, 끝에 남는 것이 게임 하나라는 걸 숫자로 못박는다.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명 중 누구든 자기 얘기라고 느끼게. 3번(혼자 하다 포기)이 가장 많다.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지금 학생 상태 그대로. 오른쪽을 읽을 때 '전부 이 수업 안에서 한다'를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반드시 실제 플레이 영상을 튼다. 슬라이드로 설명하지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강조색은 덱에서 여기 한 번. '완성 보장'이 이 수업의 세일즈 포인트다.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자세한 주차별 내용은 저장소 docs/00_기획/주차별-커리큘럼표.md. 학생에게는 이 표면 충분하다.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2분. 비전공(국제무역)에서 시작 → 처음 만든 Nuclear-Zero → 지금의 RTS. '여러분이 앞으로 겪을 걸 최근에 겪었다'로 닫는다.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554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게임개발 입문 · 7개월 과정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92024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코딩을 몰라도 됩니다.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7개월 뒤, 내 </a:t>
            </a:r>
            <a:r>
              <a:rPr lang="en-US" sz="4400" dirty="0" err="1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게임을</a:t>
            </a:r>
            <a:r>
              <a:rPr lang="en-US" sz="44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ko-KR" altLang="en-US" sz="44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완성합니다</a:t>
            </a:r>
            <a:r>
              <a:rPr lang="en-US" altLang="ko-KR" sz="44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794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C# 첫 줄부터 시작해, Unity로 만든 협동 게임을 직접 배포하는 것까지. 만드는 법이 아니라, 끝내는 법을 배웁니다.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709160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4937760"/>
            <a:ext cx="266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7개월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5541264"/>
            <a:ext cx="26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28주 · 140회 · 280시간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7400" y="4937760"/>
            <a:ext cx="266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2시간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7400" y="5541264"/>
            <a:ext cx="26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 매일 · 비대면 실시간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4937760"/>
            <a:ext cx="266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5541264"/>
            <a:ext cx="26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코딩 경험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764295" y="4937760"/>
            <a:ext cx="266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1개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764295" y="5541264"/>
            <a:ext cx="26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완성해서 배포하는 게임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이런 분께 추천합니다.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하나라도 해당되면, 이 수업이 맞습니다.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5154016" cy="1737360"/>
          </a:xfrm>
          <a:prstGeom prst="roundRect">
            <a:avLst>
              <a:gd name="adj" fmla="val 1315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267712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63624" y="2231136"/>
            <a:ext cx="405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게임은 만들고 싶은데, 시작을 못 한 분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63624" y="2633472"/>
            <a:ext cx="405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유튜브 튜토리얼을 몇 개 보다가 멈춘 경험이 있다면, 순서가 문제였던 겁니다. 이 수업은 순서를 대신 정해드립니다.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154016" cy="1737360"/>
          </a:xfrm>
          <a:prstGeom prst="roundRect">
            <a:avLst>
              <a:gd name="adj" fmla="val 1315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71336" y="2267712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71336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83400" y="2231136"/>
            <a:ext cx="405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코딩을 한 번도 해본 적 없는 분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083400" y="2633472"/>
            <a:ext cx="405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변수가 뭔지, 왜 세미콜론을 찍는지부터 시작합니다. 아는 사람이 아니라 모르는 사람이 기준입니다.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931920"/>
            <a:ext cx="5154016" cy="1737360"/>
          </a:xfrm>
          <a:prstGeom prst="roundRect">
            <a:avLst>
              <a:gd name="adj" fmla="val 1315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51560" y="4279392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051560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563624" y="4242816"/>
            <a:ext cx="405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혼자 하다가 끝을 못 본 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63624" y="4645152"/>
            <a:ext cx="405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만들다 만 프로젝트가 있다면, 이번엔 다릅니다. 이 수업의 목표는 '배우기'가 아니라 '완성하기'입니다.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3931920"/>
            <a:ext cx="5154016" cy="1737360"/>
          </a:xfrm>
          <a:prstGeom prst="roundRect">
            <a:avLst>
              <a:gd name="adj" fmla="val 1315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71336" y="4279392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571336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83400" y="4242816"/>
            <a:ext cx="405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친구와 같이 하는 게임을 만들어보고 싶은 분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083400" y="4645152"/>
            <a:ext cx="405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혼자 하는 게임을 먼저 완성하고, 그 위에 2인 협동을 얹습니다. 방 코드로 친구가 들어옵니다.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7개월 뒤, 여러분은.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지금과 7개월 뒤를 나란히 놓으면 이렇습니다.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13832" y="192024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7개월 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58952" y="24871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본 적이 없다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487168"/>
            <a:ext cx="5824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C#으로 게임 로직을 직접 씁니다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8952" y="2944368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58952" y="30540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유니티가 뭔지 모른다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13832" y="3054096"/>
            <a:ext cx="5824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Unity 6로 2D 게임을 처음부터 끝까지 만듭니다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58952" y="3511296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58952" y="36210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게임은 하기만 했다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13832" y="3621024"/>
            <a:ext cx="5824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무한 맵 · 자동 공격 · 레벨업이 있는 로그라이크를 만듭니다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" y="4078224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58952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'멀티플레이'는 딴 세상 얘기다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13832" y="4187952"/>
            <a:ext cx="5824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친구가 방 코드로 들어와 같이 하는 협동 모드를 붙입니다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58952" y="4645152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58952" y="4754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걸 보여줄 데가 없다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513832" y="4754880"/>
            <a:ext cx="5824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 파일과 시연 영상이 포트폴리오가 됩니다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5212080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게임을 만듭니다.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7개월 동안 하나의 게임을 완성합니다. 예제 여러 개가 아니라, 진짜 게임 하나입니다.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65960"/>
            <a:ext cx="5852160" cy="3931920"/>
          </a:xfrm>
          <a:prstGeom prst="roundRect">
            <a:avLst>
              <a:gd name="adj" fmla="val 581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24712" y="2295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결과물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2606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 브레이커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31729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2D 로그라이크 서바이버 · 혼자서도, 둘이서도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끝없이 몰려오는 적을 자동 공격으로 베어냅니다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경험치를 모아 레벨업, 3개 중 하나를 골라 강해집니다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· 6분 · 10분에 보스가 옵니다. 10분을 버티면 승리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타이틀에서 [혼자 하기] / [같이 하기]를 고릅니다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완성하면 빌드 파일로 친구에게 보내 함께 할 수 있습니다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76872" y="1965960"/>
            <a:ext cx="4455871" cy="1127760"/>
          </a:xfrm>
          <a:prstGeom prst="roundRect">
            <a:avLst>
              <a:gd name="adj" fmla="val 2027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269480" y="2101596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375916"/>
            <a:ext cx="3870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Unity 6 + C#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705100"/>
            <a:ext cx="387065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Netcode for GameObjects · Relay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76872" y="3368040"/>
            <a:ext cx="4455871" cy="1127760"/>
          </a:xfrm>
          <a:prstGeom prst="roundRect">
            <a:avLst>
              <a:gd name="adj" fmla="val 2027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269480" y="3502152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그래픽 · 사운드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776472"/>
            <a:ext cx="3870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전부 제공됩니다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4105656"/>
            <a:ext cx="387065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무료 CC0 에셋. 포트폴리오에 써도 됩니다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76872" y="4770120"/>
            <a:ext cx="4455871" cy="1127760"/>
          </a:xfrm>
          <a:prstGeom prst="roundRect">
            <a:avLst>
              <a:gd name="adj" fmla="val 2027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69480" y="487070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것인가요?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5145024"/>
            <a:ext cx="3870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네, 전부 여러분 것입니다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5474208"/>
            <a:ext cx="387065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이름도 바꾸고, 스토어에 올려도 됩니다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수업이 다른 점 3가지.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58952" y="1691640"/>
            <a:ext cx="3314090" cy="3931920"/>
          </a:xfrm>
          <a:prstGeom prst="roundRect">
            <a:avLst>
              <a:gd name="adj" fmla="val 689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798777" y="198424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3B82FF"/>
          </a:solidFill>
          <a:ln w="12700">
            <a:solidFill>
              <a:srgbClr val="3B8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798777" y="1984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 보장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350008"/>
            <a:ext cx="27288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21주차에 게임 하나가</a:t>
            </a:r>
            <a:endParaRPr lang="en-US" sz="1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먼저 완성됩니다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27832"/>
            <a:ext cx="27288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멀티플레이는 그 위에 얹습니다. 그래서 어떤 경우에도 '아무것도 완성 못 함'은 일어나지 않습니다. 혼자 하는 버전이 빌드된 상태로 손에 남습니다.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8802" y="1691640"/>
            <a:ext cx="3314090" cy="3931920"/>
          </a:xfrm>
          <a:prstGeom prst="roundRect">
            <a:avLst>
              <a:gd name="adj" fmla="val 689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731410" y="1984248"/>
            <a:ext cx="2728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31410" y="2295144"/>
            <a:ext cx="27288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C#을 먼저, 유니티는 7주차부터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31410" y="3172968"/>
            <a:ext cx="2728874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튜토리얼을 따라 치면 그 순간은 되는데 응용이 안 됩니다. 문법을 먼저 6주 굳히고, 7주차부터 화면에서 움직입니다. 14주차에 6주차에 짠 코드를 그대로 유니티에 옮기는 걸 직접 보게 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8653" y="1691640"/>
            <a:ext cx="3314090" cy="3931920"/>
          </a:xfrm>
          <a:prstGeom prst="roundRect">
            <a:avLst>
              <a:gd name="adj" fmla="val 689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411261" y="1984248"/>
            <a:ext cx="2728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강사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411261" y="2295144"/>
            <a:ext cx="27288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출시해 본 사람이 가르칩니다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11261" y="3172968"/>
            <a:ext cx="2728874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방치형 RPG를 출시하고, 모바일 RTS를 만들어 공모전에 냈습니다. 어디서 막히는지, 왜 포기하고 싶어지는지 최근에 겪었습니다. 그 지점마다 미리 잡아드립니다.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커리큘럼 한눈에.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1~6주는 C#, 7주차부터 유니티, 22주차부터 협동.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783080"/>
            <a:ext cx="2214089" cy="54864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58952" y="1783080"/>
            <a:ext cx="2214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1–6주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404872"/>
            <a:ext cx="2214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C# 기초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46193" y="1783080"/>
            <a:ext cx="5644950" cy="54864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3046193" y="1783080"/>
            <a:ext cx="56449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7–21주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46193" y="2404872"/>
            <a:ext cx="5644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유니티 · 게임 완성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64295" y="1783080"/>
            <a:ext cx="1832882" cy="54864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764295" y="1783080"/>
            <a:ext cx="18328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22–26주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764295" y="2404872"/>
            <a:ext cx="1832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협동 · 배포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670330" y="1783080"/>
            <a:ext cx="762414" cy="54864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670330" y="1783080"/>
            <a:ext cx="7624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27–28주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670330" y="2404872"/>
            <a:ext cx="762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보강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개월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764792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주차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953512" y="2743200"/>
            <a:ext cx="847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배우는 것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952" y="3145536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58952" y="33101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1개월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764792" y="3310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1–4주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953512" y="3310128"/>
            <a:ext cx="8385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C# 기초 — 변수 · 조건문 · 반복문 · 배열 · 메서드 · 디버깅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602736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58952" y="3712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2개월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1764792" y="37124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5–8주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953512" y="3712464"/>
            <a:ext cx="8385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· 상속 · 인터페이스 → 유니티 첫 화면, 키보드로 캐릭터 움직이기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005072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58952" y="4114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3개월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1764792" y="4114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953512" y="4114800"/>
            <a:ext cx="8385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충돌 · 프리팹 · 코루틴 → 미니게임 ① 피하기 · ② 벽돌깨기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" y="4407408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58952" y="4517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4개월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764792" y="45171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13–16주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953512" y="4517136"/>
            <a:ext cx="8385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미니게임 ③ 생존 슈팅 → 본 게임 시작: 무한 맵 · 몬스터 · 자동 무기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8952" y="4809744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758952" y="49194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5개월</a:t>
            </a:r>
            <a:endParaRPr lang="en-US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1764792" y="49194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17–20주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953512" y="4919472"/>
            <a:ext cx="8385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경험치 · 레벨업 · 보스 → 화면 UI · 이펙트 · 사운드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8952" y="5212080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758952" y="5321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6개월</a:t>
            </a:r>
            <a:endParaRPr lang="en-US" sz="1550" dirty="0"/>
          </a:p>
        </p:txBody>
      </p:sp>
      <p:sp>
        <p:nvSpPr>
          <p:cNvPr id="41" name="Text 39"/>
          <p:cNvSpPr txBox="1"/>
          <p:nvPr/>
        </p:nvSpPr>
        <p:spPr>
          <a:xfrm>
            <a:off x="1764792" y="53218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21–24주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953512" y="5321808"/>
            <a:ext cx="8385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최적화 → 혼자 하기 완성 &amp; 빌드 → 협동 모드 시작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" y="5614416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758952" y="57241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7개월</a:t>
            </a:r>
            <a:endParaRPr lang="en-US" sz="1550" dirty="0"/>
          </a:p>
        </p:txBody>
      </p:sp>
      <p:sp>
        <p:nvSpPr>
          <p:cNvPr id="45" name="Text 43"/>
          <p:cNvSpPr txBox="1"/>
          <p:nvPr/>
        </p:nvSpPr>
        <p:spPr>
          <a:xfrm>
            <a:off x="1764792" y="5724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25–28주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953512" y="5724144"/>
            <a:ext cx="8385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협동 완성 → 최종 빌드 · 시연 영상 · 발표회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58952" y="6016752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배우게 될 기술.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전부 현업에서 그대로 쓰는 것들입니다.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2394128" cy="3383280"/>
          </a:xfrm>
          <a:prstGeom prst="roundRect">
            <a:avLst>
              <a:gd name="adj" fmla="val 954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33272" y="2212848"/>
            <a:ext cx="184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1–6주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505456"/>
            <a:ext cx="184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C#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3063240"/>
            <a:ext cx="1845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변수 · 조건문 · 반복문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배열 · List · 메서드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· 상속 · 인터페이스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Studio 디버깅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18840" y="1920240"/>
            <a:ext cx="2394128" cy="3383280"/>
          </a:xfrm>
          <a:prstGeom prst="roundRect">
            <a:avLst>
              <a:gd name="adj" fmla="val 954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793160" y="2212848"/>
            <a:ext cx="184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7–21주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93160" y="2505456"/>
            <a:ext cx="184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Unity 6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93160" y="3063240"/>
            <a:ext cx="1845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 · Transform · 컴포넌트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물리 · 충돌 · 프리팹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코루틴 · ScriptableObject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· 파티클 · 사운드 · 빌드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728" y="1920240"/>
            <a:ext cx="2394128" cy="3383280"/>
          </a:xfrm>
          <a:prstGeom prst="roundRect">
            <a:avLst>
              <a:gd name="adj" fmla="val 954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553048" y="2212848"/>
            <a:ext cx="184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22–25주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505456"/>
            <a:ext cx="184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멀티플레이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3063240"/>
            <a:ext cx="1845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Netcode for GameObjects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호스트 · 클라이언트 구조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동기화 · 서버 권한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Relay 접속 코드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38615" y="1920240"/>
            <a:ext cx="2394128" cy="3383280"/>
          </a:xfrm>
          <a:prstGeom prst="roundRect">
            <a:avLst>
              <a:gd name="adj" fmla="val 9548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9312935" y="2212848"/>
            <a:ext cx="184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26주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312935" y="2505456"/>
            <a:ext cx="184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배포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312935" y="3063240"/>
            <a:ext cx="1845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 · WebGL 빌드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영상 · 소개글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정리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수업은 이렇게 진행됩니다.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매일 같은 리듬으로 2시간. 보기만 하지 않고, 같이 칩니다.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239512" y="1920240"/>
            <a:ext cx="6190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어떻게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58952" y="2487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00:00–00:10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13432" y="2487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복습 · 퀴즈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2487168"/>
            <a:ext cx="609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배운 걸 채팅으로 같이 답합니다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71216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58952" y="29809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00:10–00:45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13432" y="2980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같이 치기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239512" y="2980944"/>
            <a:ext cx="609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치는 코드를 같은 속도로 따라 칩니다. 복사 붙여넣기는 없습니다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364992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58952" y="34747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00:45–00:55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13432" y="3474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휴식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239512" y="3474720"/>
            <a:ext cx="609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858768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58952" y="3968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00:55–01:35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13432" y="39684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혼자 해보기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3968496"/>
            <a:ext cx="609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빈칸이 있는 코드를 받아 직접 채웁니다. 강사가 한 명씩 돌며 봐드립니다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352544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58952" y="4462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01:35–01:50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313432" y="44622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같이 보기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239512" y="4462272"/>
            <a:ext cx="609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명이 화면을 공유합니다. 안 되는 화면도 같이 고칩니다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846320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58952" y="4956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01:50–02:00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313432" y="4956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결과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5239512" y="4956048"/>
            <a:ext cx="6099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그날 만든 화면 스크린샷 한 장을 올리고 끝냅니다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" y="5340096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58952" y="5586984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안 되면 안 되는 화면을 올리셔도 됩니다. 그게 가장 좋은 질문입니다.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뒤처져도 괜찮습니다.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따라가지 못할까 봐 걱정된다면, 이 장을 보세요.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3314090" cy="3200400"/>
          </a:xfrm>
          <a:prstGeom prst="roundRect">
            <a:avLst>
              <a:gd name="adj" fmla="val 714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2212848"/>
            <a:ext cx="2728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23744"/>
            <a:ext cx="2728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프로젝트를 드립니다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35808"/>
            <a:ext cx="272887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구간이 끝날 때마다 완성된 프로젝트를 나눠 드립니다. 밀렸으면 그걸 받고 다음 시간에 그냥 합류하면 됩니다. 처음부터 다시 할 필요가 없습니다.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8802" y="1920240"/>
            <a:ext cx="3314090" cy="3200400"/>
          </a:xfrm>
          <a:prstGeom prst="roundRect">
            <a:avLst>
              <a:gd name="adj" fmla="val 714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731410" y="2212848"/>
            <a:ext cx="2728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31410" y="2523744"/>
            <a:ext cx="2728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미션은 두 단계입니다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31410" y="3035808"/>
            <a:ext cx="272887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필수 미션은 모두가 할 수 있는 난이도로 고정합니다. 빨리 끝낸 분은 도전 미션으로 자기 게임을 더 키웁니다. 속도가 달라도 각자 결과물이 남습니다.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8653" y="1920240"/>
            <a:ext cx="3314090" cy="3200400"/>
          </a:xfrm>
          <a:prstGeom prst="roundRect">
            <a:avLst>
              <a:gd name="adj" fmla="val 714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411261" y="2212848"/>
            <a:ext cx="2728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411261" y="2523744"/>
            <a:ext cx="2728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2주를 비워뒀습니다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11261" y="3035808"/>
            <a:ext cx="272887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28주 중 마지막 2주는 진도가 밀렸을 때를 위해 비워뒀습니다. 밀리는 건 정상이고, 그걸 감안해서 설계했습니다.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440680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58952" y="557784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7개월은 깁니다. 중간에 힘든 구간이 옵니다. 그때 포기하지 않게 만드는 장치가 이 세 가지입니다.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강사 소개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68680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만드는 법이 아니라, 끝내는 법을 가르칩니다. 서병필입니다.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389888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4년간 직접 출시하고 운영한 게임들, 그 경험을 교육으로 전달합니다.  ·  Unity 게임 클라이언트 프로그래머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1965960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21945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경력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2024 – 2026</a:t>
            </a:r>
            <a:endParaRPr lang="en-US" sz="1200" dirty="0"/>
          </a:p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㈜원웨이브게임즈 (클라이언트 프로그래머)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2022 – 2024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㈜슈퍼트렁크 (클라이언트 프로그래머)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42232" y="219456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활동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142232" y="26974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10912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삼국지 : 군웅할거 (모바일 실시간 전략) — 2025 </a:t>
            </a:r>
            <a:r>
              <a:rPr lang="en-US" sz="1100" dirty="0" err="1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서울게임공모전</a:t>
            </a: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출품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32095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2024.12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10912" y="3209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엘리스 키우기 (방치형 3D RPG, 국내) 출시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42232" y="3721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2024.03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10912" y="37216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Earths 출시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42232" y="42336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2022.09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42336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Nuclear-Zero (SF 2D 러닝, 국내) 출시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42232" y="489204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수상 경력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142232" y="5394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10912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삼국지 : 군웅할거 — 2025 서울게임공모전 우수상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142232" y="5779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10912" y="5779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Nuclear-Zero — 게임 공모전 우수상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851392" y="2194560"/>
            <a:ext cx="25813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스택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851392" y="2697480"/>
            <a:ext cx="2581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언어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851392" y="2953512"/>
            <a:ext cx="25813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C#, C, C++, Java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851392" y="3447288"/>
            <a:ext cx="2581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툴 / 엔진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851392" y="3703320"/>
            <a:ext cx="258135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Unity, Unreal, Visual Studio, Rider, Git, GitHub, GitLab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51392" y="4636008"/>
            <a:ext cx="2581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분야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851392" y="4892040"/>
            <a:ext cx="258135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전투/시스템 설계, 아웃게임 아키텍처, 멀티플레이(Dedicated Server, GameLift, gRPC), 인증/결제, 퍼포먼스 최적화, CI/CD 자동화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자주 묻는 질문.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58952" y="1728216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58952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71016" y="1691640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코딩을 전혀 몰라도 되나요?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71016" y="2093976"/>
            <a:ext cx="459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네. 변수가 뭔지부터 시작합니다. 첫 6주는 C# 기초에만 씁니다.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28216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324448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36512" y="1691640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수학을 못하는데 괜찮나요?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836512" y="2093976"/>
            <a:ext cx="459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사칙연산이면 됩니다. 벡터는 '방향을 숫자로 적는 법' 정도로만 배웁니다.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209544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58952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71016" y="3172968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유니티는 언제 켜나요?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71016" y="3575304"/>
            <a:ext cx="459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7주차부터입니다. 그 전엔 Visual Studio로 C#만 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24448" y="3209544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324448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36512" y="3172968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중간에 못 따라가면요?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836512" y="3575304"/>
            <a:ext cx="459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구간마다 완성된 중간 프로젝트를 드립니다. 그걸 받고 다음 시간에 합류하면 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690872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58952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71016" y="4654296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멀티플레이가 어렵다는데, 못 만들면요?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71016" y="5056632"/>
            <a:ext cx="459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21주차에 혼자 하는 버전을 먼저 완성해서 빌드합니다. 어떤 경우에도 완성작은 남습니다.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24448" y="4690872"/>
            <a:ext cx="347472" cy="347472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324448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36512" y="4654296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만든 게임은 제 것인가요?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836512" y="5056632"/>
            <a:ext cx="459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네. 그래픽·사운드가 무료 라이선스(CC0)라 포트폴리오, 스토어 등록 모두 가능합니다.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수강 전 준비물.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프로그램은 미리 깔지 마세요. 첫 주에 같이 깔면서 하나씩 확인합니다.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988552" y="19202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58952" y="2487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노트북 (Windows)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4871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여유 디스크 30GB. 최근 5년 내 기종이면 됩니다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88552" y="248716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44368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58952" y="30540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Visual </a:t>
            </a:r>
            <a:r>
              <a:rPr lang="en-US" sz="155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Studio 2026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0540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Community 버전. 1~6주차는 이것만 씁니다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88552" y="3054096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1주차, 같이 설치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511296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58952" y="36210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Unity Hub + Unity 6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36210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버전은 수업에서 정해드립니다. 다른 버전은 쓰지 않습니다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88552" y="362102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 전까지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078224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58952" y="4187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GitHub 계정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41879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자료를 내려받는 데 씁니다. Git은 배우지 않아도 됩니다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4187952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645152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58952" y="4754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디스코드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3502152" y="4754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 · 질문 · 결과물 공유. 초대 링크를 드립니다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88552" y="475488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5212080"/>
            <a:ext cx="10673791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58952" y="5458968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58952" y="55961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설치가 안 되는 분은 따로 시간을 잡아 끝까지 봐드립니다. 첫 주에 한 명도 남기지 않습니다.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" y="6355080"/>
            <a:ext cx="533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게임개발 입문 · 7개월 과정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011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A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게임개발 입문 · 7개월 과정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10515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7개월 뒤에 뵙겠습니다.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완성된 게임과 함께.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궁금한 점은 언제든 물어보세요. 첫 수업에서 이 게임을 직접 플레이하는 것부터 시작합니다.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892040"/>
            <a:ext cx="10673791" cy="0"/>
          </a:xfrm>
          <a:prstGeom prst="line">
            <a:avLst/>
          </a:prstGeom>
          <a:noFill/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50749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서병필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1591</Words>
  <Application>Microsoft Office PowerPoint</Application>
  <PresentationFormat>와이드스크린</PresentationFormat>
  <Paragraphs>269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Pretendard</vt:lpstr>
      <vt:lpstr>Pretendard Light</vt:lpstr>
      <vt:lpstr>Pretendard SemiBold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게임개발 입문 · 7개월 과정 — 수강생 안내</dc:title>
  <dc:subject>PptxGenJS Presentation</dc:subject>
  <dc:creator>WaveBreaker 강의</dc:creator>
  <cp:lastModifiedBy>병필 서</cp:lastModifiedBy>
  <cp:revision>3</cp:revision>
  <dcterms:created xsi:type="dcterms:W3CDTF">2026-09-06T14:15:44Z</dcterms:created>
  <dcterms:modified xsi:type="dcterms:W3CDTF">2026-09-14T11:24:23Z</dcterms:modified>
</cp:coreProperties>
</file>