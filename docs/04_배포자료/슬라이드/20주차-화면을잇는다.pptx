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100회차는 전체 140회 중 100번째다. 이 사실을 첫 슬라이드와 마지막 슬라이드에서 두 번 말한다. 학생이 '얼마나 왔는지' 를 아는 것이 완주율에 직접 영향을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096 은 코드를 거의 안 쓴다. 그런데 화면이 제일 많이 바뀐다. '프로그래밍 = 코드 쓰기' 라고 생각하는 학생에게 배치도 일이라는 걸 보여주는 회차다.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글자의 Raycast Target 때문에 버튼이 안 눌리는 사고가 Phase 7 버튼 문제 2위다. Extra Settings 를 펼쳐야 보인다는 것까지 알려준다.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Fade Duration 0 은 딱딱 끊긴다. 0.08 이 부드럽고 빠르다. 이 신호가 없으면 학생들이 버튼을 두 번 세 번 누른다.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에러 메시지가 친절하다: Scene ... couldn't be loaded because it has not been added to the build settings. 이 문구를 읽는 법을 알려주는 것도 수업이다.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스스로 답을 못 찾으면 Hierarchy 를 보여준다. 씬이 바뀐 뒤 GameManager 가 없다는 걸 눈으로 보게 하는 게 설명보다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class 는 인스턴스를 못 만든다. MonoBehaviour 도 아니고 씬에 붙일 수도 없다. 022회차의 static 을 실제로 쓰는 첫 자리다.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버그는 검증 중에 실제로 나왔다. 강의안 본문에 로그를 그대로 넣었다. 학생도 같은 구조로 만들면 같은 버그를 만난다.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'이 값을 누가 책임지는가' 는 유니티 얘기가 아니라 프로그램을 짤 때 계속 나오는 질문이다. 그 점을 명시적으로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 가 안 먹는다는 질문의 절반은 Game 뷰에 포커스가 없어서다. 화면을 한 번 클릭하라고 먼저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일부러 WaitForSeconds 로 바꿔 실행해 보여준다. 게임이 얼어붙는 걸 한 번 봐야 왜 Realtime 인지 기억한다.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연출은 과하면 독이다. 정답은 없고 각자 재밌다고 느끼는 값이 정답이다 — 이 말을 수치 조정 실습 앞에서 한 번 한다. 볼륨으로 중요도를 말하는 건 095에서 글자 크기로 한 것과 같은 생각이다. 내가 맞은 건 제일 중요하니 제일 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판단 자체를 가르친다. 학생은 막히면 끝까지 붙잡다가 회차를 통째로 날린다. 대안이 있으면 갈아타는 것도 실력이라고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AudioSource 는 Play On Awake 끄고 Spatial Blend 0(2D). 3D 로 두면 카메라 거리에 따라 볼륨이 변한다. 소리가 아예 안 난다는 질문의 1위는 에디터 뮤트 버튼이다.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아홉 개 다 되는 학생 한 명을 골라 전체 시연시킨다. 안 되는 항목이 있는 학생은 그 자리에서 회차 번호를 보고 되짚게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21주차를 통과하면 Phase 9(네트워크)가 잘 안 돼도 종강 때 보여줄 게 있다. 한 명도 빠짐없이 빌드와 백업을 끝낸다 — 이 말을 마지막에 못박는다.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화면을 잇는다.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456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096–100 · Phase 7 마무리 · 100회차 = 전체의 70%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레벨업 선택창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93710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097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93710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타이틀 · 결과 화면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8468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8468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일시정지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63227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163227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타격감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97985" y="4434840"/>
            <a:ext cx="213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100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97985" y="4736592"/>
            <a:ext cx="1951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사운드 · 전체 점검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게임에 시작과 끝을 만든다.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지금은 켜면 바로 시작하고, 죽으면 글자 한 줄이 전부다.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87452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만들 흐름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58952" y="233172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14984" y="253288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Title.unity  ──[시작]──▶  Game.unity  ──[죽음]──▶  Result.unity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▲                                                   │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└────────────────[타이틀]────────────────────────────┘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[다시] ─▶ Game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947672" y="4114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하는 것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153912" y="4114800"/>
            <a:ext cx="5276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새로 배우는 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451713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46817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47672" y="4681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 창을 보이게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153912" y="4681728"/>
            <a:ext cx="5276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Raycast Target · UI 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5029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51389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47672" y="5138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연결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153912" y="5138928"/>
            <a:ext cx="5276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LoadScene · static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5486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5596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098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47672" y="5596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일시정지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153912" y="5596128"/>
            <a:ext cx="5276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timeScale 의 주인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 는 층이다. 아래에 있을수록 위에 그려진다.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Hierarchy 순서가 곧 그리는 순서다.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76072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24865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(Canvas)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LevelUpPanel      ← 먼저 그려진다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ExpBar · HealthBar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LevelLabel · TimeLabel · KillLabel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 PausePanel        ← 나중 = 맨 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Raycast Target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0" y="2322576"/>
            <a:ext cx="4663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판때기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켠다 — 뒤쪽 클릭을 막는다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944368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3054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글자(TMP)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0540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끈다 — 버튼을 가리면 안 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3511296"/>
            <a:ext cx="4663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3881628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 창은 HUD 아래, 일시정지 창은 HUD 위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338828"/>
            <a:ext cx="106737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업그레이드를 고를 땐 내 체력과 레벨이 보여야 한다. 멈췄을 땐 볼 이유가 없다. 층 순서는 취향이 아니라 이유가 있어야 한다.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096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 간격은 눈대중하지 않는다.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334 = 카드 폭 300 + 간격 34.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Anchor / Pivot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788152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65592" y="192024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 · 색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LevelUpPanel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136392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사방 Stretch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881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165592" y="248716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알파 0.86 · Raycast 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Title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136392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가운데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8815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-150)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294436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· 노랑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Card_0 / 1 / 2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136392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가운데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8815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-334 / 0 / +334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40156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 x 250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Card 안 Label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3136392" y="3858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사방 Stretch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788152" y="3858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여백 22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165592" y="385876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· 가운데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455371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겪은 것 — 제목을 -80 에 뒀더니 시계와 겹쳤다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5010912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숫자만 보면 절대 안 보인다. -150 으로 내려야 안 겹친다. 배경 알파도 1.0 이 아니라 0.86 이다 — 완전히 까맣게 덮으면 '게임이 꺼졌나' 싶어진다.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5559552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4984" y="5760720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Transition = Color Tint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Highlighted (1.35, 1.35, 1.45)   Fade Duration 0.08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색은 곱해지는 값이라 1 을 넘으면 밝아진다. 이게 눌린다는 걸 알려주는 유일한 신호다.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씬을 넘기려면 Build Settings 에 있어야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여기 없는 씬은 LoadScene 이 못 찾는다.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번호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씬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233672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56692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39112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Title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233672" y="24871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게임을 켜면 여기부터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9504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92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39112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233672" y="2999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401568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511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39112" y="35112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Result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4233672" y="35112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913632"/>
            <a:ext cx="56692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1920240"/>
            <a:ext cx="4754880" cy="2670048"/>
          </a:xfrm>
          <a:prstGeom prst="roundRect">
            <a:avLst>
              <a:gd name="adj" fmla="val 8562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0" descr="C:\Users\user\Github\WaveBreaker\docs\04_배포자료\슬라이드\shots2\final\097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2121408"/>
            <a:ext cx="4352544" cy="179222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876288" y="398678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Title.unity · 오브젝트 4개면 된다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58952" y="429768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타이틀 씬에 들어가는 것 — 네 개뿐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758952" y="4754880"/>
            <a:ext cx="10673791" cy="1389888"/>
          </a:xfrm>
          <a:prstGeom prst="roundRect">
            <a:avLst>
              <a:gd name="adj" fmla="val 1098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14984" y="4956048"/>
            <a:ext cx="1016172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Orthographic · 배경색 · AudioListener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EventSystem    없으면 버튼이 안 눌린다 (085 회수)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AudioManager   100회차에서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(Canvas)    Scale With Screen Size · 1280x720 · Match 0.5 (091 그대로)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의도된 사고 — 결과 화면에 처치 수가 0 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먼저 겪게 하고, 그 다음에 방법을 준다.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1595628"/>
          </a:xfrm>
          <a:prstGeom prst="roundRect">
            <a:avLst>
              <a:gd name="adj" fmla="val 95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일부러 틀린 코드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killLabel.text = $"처치 수   {GameManager.Instance.Kills}";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NullReferenceException: Object reference not set to an instance of an object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ResultView.Start ()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77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GameManager 는 Game 씬의 오브젝트다.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434840"/>
            <a:ext cx="1067379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씬이 바뀌면 그 씬의 오브젝트는 전부 사라진다. GameManager 도, 그 안에 들어 있던 처치 수도 같이 사라진다. 여러분이 만든 버그가 아니라 유니티가 그렇게 동작하는 것이다.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5221224"/>
            <a:ext cx="10673791" cy="731520"/>
          </a:xfrm>
          <a:prstGeom prst="roundRect">
            <a:avLst>
              <a:gd name="adj" fmla="val 2087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5221224"/>
            <a:ext cx="100519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원칙 4번(불편을 먼저)의 마지막 적용 지점. 순서를 바꾸면 static 을 그냥 외운다.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097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static 은 클래스에 붙어 있어서 씬을 안 탄다.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적는 곳과 읽는 곳이 다르다 — 가운데 우편함을 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585216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53400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class RunResult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float 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int   Kills;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int   Level;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bool  Cleared;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Record(float time, int kills,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int level, bool cleared) { ...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75120" y="1874520"/>
            <a:ext cx="4754880" cy="3172968"/>
          </a:xfrm>
          <a:prstGeom prst="roundRect">
            <a:avLst>
              <a:gd name="adj" fmla="val 720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C:\Users\user\Github\WaveBreaker\docs\04_배포자료\슬라이드\shots2\final\097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2075688"/>
            <a:ext cx="4352544" cy="22951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76288" y="4443984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시간 8.7초 · 처치 2 · Lv.4 가 그대로 넘어왔다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3044952" y="4709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8952" y="5111496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" y="52760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 씬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3044952" y="5276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RunResult.Record(...) 로 적는다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" y="5623560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" y="5733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Result 씬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3044952" y="5733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RunResult 에서 읽는다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8952" y="6080760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실제로 난 버그 — 창은 떠 있는데 게임이 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timeScale 을 세 곳에서 만지고 있었다.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28800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29968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창 열림   →  창 = True   timeScale = 0     ← 정상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(그 사이 플레이어가 맞아 히트스톱 발생)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 뒤          →  창 = True   timeScale = 1     ← 창은 떠 있는데 게임이 돈다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85032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320040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3602736"/>
            <a:ext cx="10673791" cy="0"/>
          </a:xfrm>
          <a:prstGeom prst="line">
            <a:avLst/>
          </a:prstGeom>
          <a:noFill/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767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LevelUpView.Open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767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레벨업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376732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 = 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41148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PauseView.Open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685032" y="4224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ESC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28232" y="422452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 = 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45720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46817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GameManager.HitStop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685032" y="4681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맞았을 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4681728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으로 했다가 1 로 되돌림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5029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539496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히트스톱은 레벨업 창이 있는지 모른다. 알 방법도 없다.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" y="585216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같은 값을 여러 곳에서 만지면 반드시 이런 일이 난다. 고치는 방법은 하나 — 주인을 정한다.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고친 방법 — 각자 만지지 말고 상태만 알린다.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timeScale 의 주인은 GameManager 하나다.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77647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434072" y="192024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LevelUpView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0f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34072" y="24871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ChangeState(Upgrading)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PauseView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0f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34072" y="29443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ChangeState(Paused)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01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HitStop 끝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776472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1f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340156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(!ShouldFreeze) 일 때만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096512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297680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bool ShouldFreeze =&gt; IsFinished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State == GameState.Paused || State == GameState.Upgrading;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066회차에 만든 GameState 에 Paused 와 Upgrading 이 이미 있었다. 32주 만에 쓴다.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58952" y="5500116"/>
            <a:ext cx="10673791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4984" y="5701284"/>
            <a:ext cx="1016172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재측정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레벨업 창 열림              state = Upgrading   timeScale = 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 상태에서 HitStop 호출  →  timeScale = 0     ✅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098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ESC 하나로 켜고 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멈춰 있어도 Update 는 돈다 — 그래서 다시 풀 수 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85216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3400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(!Input.GetKeyDown(KeyCode.Escape))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죽은 뒤엔 무시 · 레벨업 창이 떠 있어도 무시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(GameManager.Instance.IsFinished)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(levelUpView.IsOpen)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(IsOpen) Resume(); else Open();   // 토글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66344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C:\Users\user\Github\WaveBreaker\docs\04_배포자료\슬라이드\shots2\final\098_Pa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21408"/>
            <a:ext cx="4261104" cy="22494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67728" y="444398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Paused / timeScale 0, 클릭으로 복귀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8920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겪은 것 — 버튼에 글자가 없었다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53492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배경만 만들고 Label 의 Text 를 안 채웠다. 네모만 두 개 떠 있으면 이걸 먼저 의심한다. 오늘 1등 사고다.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타격감 셋은 같은 문제를 갖는다.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멈춰 있을 때(timeScale 0)도 움직여야 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410712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782312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어디에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08392" y="19202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문법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흔들림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CameraFollow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24871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Time.unscaledDeltaTime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28346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정지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29443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0.06초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82312" y="29443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GameManager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08392" y="29443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WaitForSecondsRealtime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32918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흰색 번쩍임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3410712" y="34015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0.06초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82312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Enemy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34015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WaitForSecondsRealtime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37490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3858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조각 튀기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3858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82312" y="3858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DeathEffect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08392" y="385876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sortingLayer = Effect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420624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4553712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0.5초 미만이다. 길면 오히려 답답해진다.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758952" y="5010912"/>
            <a:ext cx="10673791" cy="978408"/>
          </a:xfrm>
          <a:prstGeom prst="roundRect">
            <a:avLst>
              <a:gd name="adj" fmla="val 1560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4984" y="5212080"/>
            <a:ext cx="1016172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WaitForSeconds 는 timeScale 이 0 이면 영원히 안 끝난다 — 게임이 얼어붙는다.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return new WaitForSecondsRealtime(seconds);   // 진짜 시계를 본다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연출은 플레이어가 맞을 때만 크게 준다.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칼 4자루가 초당 수십 번 맞는다 — 매번 흔들면 못 본다.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416552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연출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348472" y="192024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볼륨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2257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몬스터가 맞을 때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487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흰색 번쩍임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48716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8803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990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몬스터가 죽을 때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9900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조각 8개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99008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38328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플레이어가 맞을 때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3493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셰이크 + 히트스톱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48472" y="349300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8862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25196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수치 — 과한 쪽으로 한 번 가보게 한다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709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값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867912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우리 설정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062472" y="4709160"/>
            <a:ext cx="5367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너무 크면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" y="511149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" y="5276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shakePower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867912" y="5276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62472" y="527608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어지럽다. 화면이 뭘 보여주는지 모른다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56235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733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shakeTime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67912" y="57332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062472" y="573328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계속 흔들려 멀미가 난다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" y="60807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" y="6190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hitStopTime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67912" y="6190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062472" y="6190488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게임이 뚝뚝 끊긴다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" y="6537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099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겪은 것 — 파티클을 포기하고 스프라이트로 갔다.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안 되는 걸 붙잡기보다, 되는 걸로 만든다.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20240"/>
            <a:ext cx="5852160" cy="2007108"/>
          </a:xfrm>
          <a:prstGeom prst="roundRect">
            <a:avLst>
              <a:gd name="adj" fmla="val 7608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21408"/>
            <a:ext cx="5340096" cy="16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ParticleSystem 으로 만들었더니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입자 24개 살아 있음 · isVisible = True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머티리얼 있음 · 위치도 화면 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그런데 화면에는 아무것도 없다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정렬 레이어 · 머티리얼 · 크기를 다 고쳐도 안 나왔다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766560" y="1920240"/>
            <a:ext cx="4663440" cy="3127248"/>
          </a:xfrm>
          <a:prstGeom prst="roundRect">
            <a:avLst>
              <a:gd name="adj" fmla="val 731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C:\Users\user\Github\WaveBreaker\docs\04_배포자료\슬라이드\shots2\final\099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7728" y="2121408"/>
            <a:ext cx="4261104" cy="22494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67728" y="4443984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스프라이트 조각 8개 — 확실히 나온다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58952" y="48920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원인 모를 렌더링 문제를 파는 건 좋은 선택이 아니다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534924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스프라이트는 이 게임의 모든 것이 쓰는 방식이라 예측이 된다. 파티클로 다시 해보는 건 도전 과제로 남겼다. 실력이 아니라 시간 배분의 문제다.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소리는 한 군데서만 낸다.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몬스터마다 AudioSource 를 붙이면 30개가 동시에 울린다.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10673791" cy="2624328"/>
          </a:xfrm>
          <a:prstGeom prst="roundRect">
            <a:avLst>
              <a:gd name="adj" fmla="val 581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075688"/>
            <a:ext cx="10161727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Play(AudioClip clip, float volume = 1f)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(clip == null || source == null)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(lastPlayed.TryGetValue(clip, out float last))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(Time.unscaledTime - last &lt; minGap) return;   // 같은 소리는 0.05초 간격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lastPlayed[clip] = Time.unscaledTime;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source.PlayOneShot(clip, volume);   // Play() 는 앞 소리를 끊는다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846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846320"/>
            <a:ext cx="756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2486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413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Dictionary 를 쓴 이유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413248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소리마다 따로 센다. 타격음이 났다고 버튼음까지 막으면 안 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7607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870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unscaledTime 인 이유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5870448"/>
            <a:ext cx="7562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멈춰 있어도 버튼음은 나야 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21792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100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 종료 조건 — 아홉 개를 화면으로 확인한다.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강사가 읽고 학생이 화면으로 답한다.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490472" y="1874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확인할 것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079992" y="187452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27685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4414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90472" y="244144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창 크기를 바꿔도 UI 가 안 깨진다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9079992" y="244144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091 · 092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73405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8437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90472" y="28437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체력 · 경험치 · 레벨 · 시간 · 처치 수가 보인다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9079992" y="284378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094 · 095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13639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90472" y="324612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한글이 □ 로 안 나온다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324612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353872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6484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90472" y="364845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 카드 3장이 제대로 보이고 눌린다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079992" y="364845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3941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050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90472" y="40507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타이틀 → 게임 → 결과가 끊김 없이 연결된다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9079992" y="405079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43434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4453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490472" y="44531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결과에 시간 · 처치 수 · 레벨이 정확히 나온다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9079992" y="445312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" y="474573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" y="48554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490472" y="48554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일시정지가 된다</a:t>
            </a:r>
            <a:endParaRPr lang="en-US" sz="1550" dirty="0"/>
          </a:p>
        </p:txBody>
      </p:sp>
      <p:sp>
        <p:nvSpPr>
          <p:cNvPr id="36" name="Text 34"/>
          <p:cNvSpPr txBox="1"/>
          <p:nvPr/>
        </p:nvSpPr>
        <p:spPr>
          <a:xfrm>
            <a:off x="9079992" y="485546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098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8952" y="514807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" y="5257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490472" y="5257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때리는 느낌이 난다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9079992" y="52578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58952" y="555040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8952" y="56601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490472" y="56601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효과음이 난다</a:t>
            </a:r>
            <a:endParaRPr lang="en-US" sz="1550" dirty="0"/>
          </a:p>
        </p:txBody>
      </p:sp>
      <p:sp>
        <p:nvSpPr>
          <p:cNvPr id="44" name="Text 42"/>
          <p:cNvSpPr txBox="1"/>
          <p:nvPr/>
        </p:nvSpPr>
        <p:spPr>
          <a:xfrm>
            <a:off x="9079992" y="566013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8952" y="595274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952" y="6190488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Snapshot_P7_Full 배포 · UI 전체 + 화면 연결 + 연출 + 사운드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 회고 — 기능 0개, 물건이 됐다.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10회차 동안 새 문법은 다섯 개뿐이다.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502152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6 끝 (090)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34072" y="1783080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Phase 7 끝 (100)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8952" y="2185416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시작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3500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켜면 바로 시작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34072" y="2350008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타이틀 화면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6426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752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죽으면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752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가운데 글자 한 줄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434072" y="2752344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화면 (시간·처치·레벨)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04495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멈추기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불가능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3154680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344728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3557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때리면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조용히 사라짐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3557016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흔들림 · 정지 · 조각 · 소리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384962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" y="3959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남에게 보여줄 만한가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3502152" y="3959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3959352"/>
            <a:ext cx="3995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" y="425196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" y="4489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100회차 = 140회 중 100번째. 전체의 70% 를 지났다.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" y="53218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21주차 · Phase 8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과정 전체의 분기점.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5468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101회차 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57972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빌드 · 백업. 통과하면 반드시 완성작을 갖는다.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20주차 · 화면을 잇는다</dc:title>
  <dc:subject>PptxGenJS Presentation</dc:subject>
  <dc:creator>WaveBreaker 강의</dc:creator>
  <cp:lastModifiedBy>WaveBreaker 강의</cp:lastModifiedBy>
  <cp:revision>1</cp:revision>
  <dcterms:created xsi:type="dcterms:W3CDTF">2026-09-03T05:23:40Z</dcterms:created>
  <dcterms:modified xsi:type="dcterms:W3CDTF">2026-09-03T05:23:40Z</dcterms:modified>
</cp:coreProperties>
</file>