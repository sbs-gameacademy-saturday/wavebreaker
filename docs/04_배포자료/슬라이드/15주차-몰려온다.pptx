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이번 주는 학생이 '이제 게임 같다' 고 처음 느끼는 주다. 075 끝에 처치 수가 화면에서 올라가는 순간이 그 지점이다.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나머지는 전부 조합이다. 상속(070) 코루틴(052) 레이어(045) 프리팹(046) TMP(056). 마지막 회고에서 이 사실을 다시 말한다.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071은 063에서 이미 한 내용이다. 새로울 게 없어서 학생이 지루해할 수 있다. 그래서 '왜 나누는가' 를 오늘의 주제로 잡는다.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도망가는 몬스터는 화면으로 보여주면 학생이 바로 웃는다. 일부러 한 번 뒤집어서 보여준 뒤 고친다.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파일을 한 화면에 나란히 띄우고 '공통 코드가 한 줄이라도 있나요' 를 묻는다. 그게 이 회차의 마무리다.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같은 순간 돌진형은 (1.76, 0.95) 로 방향을 틀었다. 두 값을 나란히 보여주면 override 가 무슨 일을 했는지 한눈에 보인다.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무한 재귀는 유니티가 통째로 멈춘다. Play 전 Ctrl+S 를 다시 강조하기 좋은 자리다.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네트워크 대비 규칙 ①. 규칙 ② 는 067의 입력/이동 분리였다. 둘 다 네트워크라는 말 없이 심는다.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먼저 문제를 겪게 한다. 20초 달린 뒤 소환해서 아무것도 안 나오는 걸 본 다음에 고친다.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"if (상대가 몬스터면 return)" 을 쓸 수도 있지만 몬스터가 열 종류면 조건을 열 군데 관리해야 한다. 레이어는 한 곳이다. 부작용(몬스터가 겹친다)도 같이 말해준다.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학생은 보통 SpawnRoutine 안에 타이머를 넣으려 한다. 먼저 그렇게 해보게 한 뒤 어긋나는 걸 보여주고 나눈다.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실측 로그: 웨이브 2(1.70) 3(1.40) 4(1.10) 5(0.80) 6(0.50) 7(0.40). 90초 시점 적 88마리, 처치 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자기를 때리는 사고는 반드시 한 번 겪게 한 뒤 고친다. 070에서 심은 '상대가 누군지 모른다' 가 여기서도 양날이라는 걸 보여준다.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061의 isRespawning 과 같은 계열이다. Update 는 매 프레임 돈다는 사실을 이 Phase 에서 네 번째로 확인하는 자리.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보라색(탱커)만 길게 살아남아 줄지어 따라오는 게 스크린샷에 보인다. 절반만 맞는다는 설정이 화면으로 드러난 것이다.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080에서 플레이어가 죽을 수 있게 되면 시작→전투→사망→게임오버가 한 바퀴 돈다. Phase 5 종료 조건이다.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19659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15주차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2377440"/>
            <a:ext cx="9144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몰려온다.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356616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몬스터 3종 · 스폰 · 웨이브 · 처치. 새 문법은 두 개뿐이다.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720840" y="1691640"/>
            <a:ext cx="4754880" cy="3108960"/>
          </a:xfrm>
          <a:prstGeom prst="roundRect">
            <a:avLst>
              <a:gd name="adj" fmla="val 7353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C:\Users\user\Github\WaveBreaker\docs\04_배포자료\슬라이드\shots2\final\074_Wa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2008" y="1892808"/>
            <a:ext cx="4352544" cy="24505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8952" y="5120640"/>
            <a:ext cx="310896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58952" y="52852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071 – 075회차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58952" y="55961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5 · 몬스터와 스폰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이번 주 흐름.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060704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만드는 건 많은데, 배우는 문법은 두 개다.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58952" y="2011680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58952" y="2212848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627632" y="2212848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몬스터 추적 이동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6336792" y="2212848"/>
            <a:ext cx="509595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Move() 를 미리 빼둔다 — 다음 시간을 위해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58952" y="2798064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8952" y="299923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627632" y="2999232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몬스터 3종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6336792" y="2999232"/>
            <a:ext cx="509595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자식마다 다른 메서드 하나씩 override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8952" y="358444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8952" y="3785616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627632" y="3785616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스폰 포인트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6336792" y="3785616"/>
            <a:ext cx="509595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카메라 자식 · Layer 로 편 가르기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8952" y="4370832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" y="457200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627632" y="4572000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웨이브 매니저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6336792" y="4572000"/>
            <a:ext cx="509595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코루틴 두 개를 동시에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8952" y="5157216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8952" y="5358384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075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627632" y="5358384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피격과 처치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6336792" y="5358384"/>
            <a:ext cx="509595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OverlapCircleAll · 처치 수 표시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58952" y="594360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58952" y="6263640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새로 배우는 건 OverlapCircleAll 과 Time.time 쿨다운뿐이다.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071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지금 안 나눠두면 다음 시간에 복사한다.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이동 코드를 Move() 로 빼는 게 오늘의 전부다.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65960"/>
            <a:ext cx="6766560" cy="3241548"/>
          </a:xfrm>
          <a:prstGeom prst="roundRect">
            <a:avLst>
              <a:gd name="adj" fmla="val 4711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67128"/>
            <a:ext cx="6254496" cy="2839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protected virtual void FixedUpdate()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(player == null) return;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Move();          // 여기만 자식이 바꾼다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protected virtual void Move()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Vector2 dir = ((Vector2)player.position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- rb.position).normalized;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rb.linearVelocity = dir * moveSpeed;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863840" y="1965960"/>
            <a:ext cx="356890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동작은 하나도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안 바뀐다.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863840" y="3017520"/>
            <a:ext cx="356890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그래서 학생이 반드시 묻는다 — "굳이 왜 나눠요?" 그 질문이 나오면 성공이다. 다음 시간 화면을 미리 보여준다.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863840" y="4572000"/>
            <a:ext cx="3568903" cy="1371600"/>
          </a:xfrm>
          <a:prstGeom prst="roundRect">
            <a:avLst>
              <a:gd name="adj" fmla="val 16667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83880" y="4800600"/>
            <a:ext cx="292882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필요해지기</a:t>
            </a:r>
            <a:endParaRPr 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한 회차 전에</a:t>
            </a:r>
            <a:endParaRPr 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자리를 만든다.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071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방향은 빼기로 만든다.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063에서 이미 했다. 순서만 안 틀리면 된다.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65960"/>
            <a:ext cx="6949440" cy="1595628"/>
          </a:xfrm>
          <a:prstGeom prst="roundRect">
            <a:avLst>
              <a:gd name="adj" fmla="val 957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67128"/>
            <a:ext cx="6437376" cy="1193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Vector2 dir = ((Vector2)player.position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- rb.position).normalized;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rb.linearVelocity = dir * moveSpeed;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sprite.flipX = dir.x &lt; 0f;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39273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쓴 것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3136392" y="39273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뜻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5330952" y="39273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배운 회차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58952" y="4329684"/>
            <a:ext cx="694944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449427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목표 − 나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136392" y="44942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그 쪽으로 가는 화살표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5330952" y="449427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8952" y="4933188"/>
            <a:ext cx="69494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52" y="504291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.normalized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136392" y="504291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방향만 남긴다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5330952" y="504291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8952" y="5481828"/>
            <a:ext cx="69494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8952" y="559155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flipX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136392" y="559155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가는 쪽을 본다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5330952" y="559155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067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58952" y="6030468"/>
            <a:ext cx="69494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8952" y="614019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FixedUpdate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3136392" y="614019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물리는 여기서</a:t>
            </a:r>
            <a:endParaRPr lang="en-US" sz="1550" dirty="0"/>
          </a:p>
        </p:txBody>
      </p:sp>
      <p:sp>
        <p:nvSpPr>
          <p:cNvPr id="26" name="Text 24"/>
          <p:cNvSpPr txBox="1"/>
          <p:nvPr/>
        </p:nvSpPr>
        <p:spPr>
          <a:xfrm>
            <a:off x="5330952" y="614019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042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58952" y="6579108"/>
            <a:ext cx="69494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46720" y="1965960"/>
            <a:ext cx="3386023" cy="1737360"/>
          </a:xfrm>
          <a:prstGeom prst="roundRect">
            <a:avLst>
              <a:gd name="adj" fmla="val 13158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366760" y="2240280"/>
            <a:ext cx="274594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나 − 목표</a:t>
            </a:r>
            <a:endParaRPr lang="en-US" sz="1900" dirty="0"/>
          </a:p>
        </p:txBody>
      </p:sp>
      <p:sp>
        <p:nvSpPr>
          <p:cNvPr id="30" name="Text 28"/>
          <p:cNvSpPr txBox="1"/>
          <p:nvPr/>
        </p:nvSpPr>
        <p:spPr>
          <a:xfrm>
            <a:off x="8366760" y="2743200"/>
            <a:ext cx="27459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DADAD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순서를 뒤집으면 도망간다. 2등 사고다.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046720" y="3977640"/>
            <a:ext cx="338602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1등은 Rigidbody 2D 를 안 붙인 것이다.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072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부모가 셋을 열어두면, 자식은 하나씩만 바꾼다.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공통 코드가 자식에 한 줄도 없다.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2148840"/>
            <a:ext cx="3200400" cy="1371600"/>
          </a:xfrm>
          <a:prstGeom prst="roundRect">
            <a:avLst>
              <a:gd name="adj" fmla="val 16667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78992" y="2377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Enemy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1078992" y="27889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ADADAD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Move · Attack · TakeDamage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ADADAD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전부 virtual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2148840"/>
            <a:ext cx="3840480" cy="1170432"/>
          </a:xfrm>
          <a:prstGeom prst="roundRect">
            <a:avLst>
              <a:gd name="adj" fmla="val 13047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229514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ChargerEnemy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6426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override Attack()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366760" y="233172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부딪히면 3 피해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8366760" y="27157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체력 10 · 속도 2.0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0" y="3447288"/>
            <a:ext cx="3840480" cy="1170432"/>
          </a:xfrm>
          <a:prstGeom prst="roundRect">
            <a:avLst>
              <a:gd name="adj" fmla="val 13047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63440" y="359359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RunnerEnemy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3941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override Move()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363016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안 꺾고 직진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40142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체력 4 · 속도 5.5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89120" y="4745736"/>
            <a:ext cx="3840480" cy="1170432"/>
          </a:xfrm>
          <a:prstGeom prst="roundRect">
            <a:avLst>
              <a:gd name="adj" fmla="val 13047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663440" y="489204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TankEnemy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663440" y="52395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override TakeDamage()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366760" y="492861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피해를 절반만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8366760" y="53126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체력 30 · 속도 1.1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58952" y="59436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몬스터가 세 종류인데 체력 깎는 코드는 하나뿐이다.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072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러너 — 한 번만 보고 직진한다.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Move() 를 바꾸면 완전히 다른 몬스터가 된다.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65960"/>
            <a:ext cx="5852160" cy="2830068"/>
          </a:xfrm>
          <a:prstGeom prst="roundRect">
            <a:avLst>
              <a:gd name="adj" fmla="val 5396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67128"/>
            <a:ext cx="5340096" cy="2427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protected override void Move()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(!aimed)          // 처음 한 번만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chargeDir = ((Vector2)player.position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- rb.position).normalized;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aimed = true;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rb.linearVelocity = chargeDir * moveSpeed;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511606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피할 수 있는 적이 생겼다.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58952" y="5573268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옆으로 비키면 그냥 지나간다. bool 하나로 '한 번만 실행' 을 막는 건 057·061에서 세 번째로 쓰는 패턴이다.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949440" y="1965960"/>
            <a:ext cx="4480560" cy="2999232"/>
          </a:xfrm>
          <a:prstGeom prst="roundRect">
            <a:avLst>
              <a:gd name="adj" fmla="val 7622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1" name="Image 0" descr="C:\Users\user\Github\WaveBreaker\docs\04_배포자료\슬라이드\shots2\final\072_ThreeKin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608" y="2167128"/>
            <a:ext cx="4078224" cy="2121408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7150608" y="4361688"/>
            <a:ext cx="4078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빨강 돌진형 · 노랑 러너 · 보라 탱커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6949440" y="507492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실측 — 플레이어를 (40, 0) 으로 옮겨도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러너 속도는 (0.00, 5.50) 그대로였다.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072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탱커 — 숫자만 줄이고 부모에게 넘긴다.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체력을 직접 깎지 않는 게 핵심이다.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65960"/>
            <a:ext cx="6858000" cy="2007108"/>
          </a:xfrm>
          <a:prstGeom prst="roundRect">
            <a:avLst>
              <a:gd name="adj" fmla="val 7608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67128"/>
            <a:ext cx="6345936" cy="1604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override void TakeDamage(int amount)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reduced = Mathf.Max(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Mathf.RoundToInt(amount * (1f - damageReduction)), 1);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base.TakeDamage(reduced);   // 깎는 건 부모가 한다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4293108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부모를 한 글자 고쳐야 한다.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58952" y="4750308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public void TakeDamage → public virtual void TakeDamage. 부모가 열어주지 않으면 자식은 바꿀 수 없다. 이 회차 1등 사고다.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55280" y="1965960"/>
            <a:ext cx="3477463" cy="2011680"/>
          </a:xfrm>
          <a:prstGeom prst="roundRect">
            <a:avLst>
              <a:gd name="adj" fmla="val 11364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75320" y="2240280"/>
            <a:ext cx="283738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base. 를 빼면</a:t>
            </a:r>
            <a:endParaRPr 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유니티가 멈춘다.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3108960"/>
            <a:ext cx="283738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DADAD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TakeDamage 안에서 TakeDamage 를 부르면 자기를 무한히 부른다.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0" y="4206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안전장치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9966960" y="4206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막는 것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955280" y="4608576"/>
            <a:ext cx="3477463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955280" y="47731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Mathf.Max(.., 1)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966960" y="47731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무적 몬스터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955280" y="5212080"/>
            <a:ext cx="347746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955280" y="53218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Range(0f, 0.9f)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966960" y="53218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감소율 100%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955280" y="5760720"/>
            <a:ext cx="347746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073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몬스터를 만드는 곳은 한 곳뿐이다.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지금은 불편해 보이지만 몇 달 뒤에 살려준다.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65960"/>
            <a:ext cx="6675120" cy="2418588"/>
          </a:xfrm>
          <a:prstGeom prst="roundRect">
            <a:avLst>
              <a:gd name="adj" fmla="val 6314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67128"/>
            <a:ext cx="6163056" cy="2016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SpawnOne()   // 여기 하나뿐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GameObject prefab =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enemyPrefabs[Random.Range(0, KindCount())];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Transform point =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spawnPoints[Random.Range(0, spawnPoints.Length)];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Instantiate(prefab, point.position, Quaternion.identity);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4704588"/>
            <a:ext cx="6675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학생에게는 이렇게만 말한다.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58952" y="5161788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"여기저기서 몬스터를 만들면 나중에 누가 만들었는지 못 찾아요." — 네트워크는 한마디도 하지 않는다. 117회차에 이 규칙 덕분에 한 줄로 서버 권한으로 바뀐다.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0" y="1965960"/>
            <a:ext cx="366034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스폰 포인트 8개,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반지름 14.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7772400" y="3017520"/>
            <a:ext cx="366034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카메라가 보는 범위는 가로 ±8.9, 세로 ±5. 모서리까지 약 10.2 이므로 14면 확실히 화면 밖이다.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073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문제 ① — 멀리 가면 몬스터가 안 온다.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무한 맵에서는 '화면 밖' 이 계속 바뀐다.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65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136392" y="1965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스폰 포인트가 씬에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422392" y="1965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카메라 자식이면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58952" y="2368296"/>
            <a:ext cx="694944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8952" y="25328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제자리에 있을 때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3136392" y="25328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정상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22392" y="25328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정상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3026664"/>
            <a:ext cx="69494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31363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20초 달린 뒤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3136392" y="31363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아무것도 안 나옴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22392" y="31363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밖에서 나옴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" y="3630168"/>
            <a:ext cx="69494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373989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고치는 법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3136392" y="373989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22392" y="373989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드래그 한 번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8952" y="4233672"/>
            <a:ext cx="69494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8952" y="4709160"/>
            <a:ext cx="6949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부모가 움직이면 자식도 움직인다.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758952" y="516636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033회차 로봇팔에서 배운 그것이다. 코드를 한 줄도 안 쓰고 Hierarchy 에서 드래그 한 번으로 끝난다.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46720" y="1965960"/>
            <a:ext cx="3386023" cy="1595628"/>
          </a:xfrm>
          <a:prstGeom prst="roundRect">
            <a:avLst>
              <a:gd name="adj" fmla="val 957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302752" y="2167128"/>
            <a:ext cx="2873959" cy="1193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Camera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 SpawnPoints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├ Point_0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├ Point_1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└ ...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046720" y="3835908"/>
            <a:ext cx="338602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Scene 뷰에서 원이 카메라를 따라 움직이는 걸 보여준다.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073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문제 ② — 몬스터끼리 싸운다.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070에서 자랑했던 설계가 여기서 되돌아온다.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65960"/>
            <a:ext cx="6766560" cy="2212848"/>
          </a:xfrm>
          <a:prstGeom prst="roundRect">
            <a:avLst>
              <a:gd name="adj" fmla="val 6901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67128"/>
            <a:ext cx="6254496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ChargerEnemy.OnCollisionEnter2D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(collision.gameObject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.TryGetComponent(out IDamageable target))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Attack(target);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몬스터도 IDamageable 이다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58952" y="4498848"/>
            <a:ext cx="6766560" cy="1184148"/>
          </a:xfrm>
          <a:prstGeom prst="roundRect">
            <a:avLst>
              <a:gd name="adj" fmla="val 12896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14984" y="4700016"/>
            <a:ext cx="6254496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ADAD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Enemy_Charger(Clone) : 돌진! 3 피해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ADAD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Enemy_Runner(Clone) : -3  (남은 체력 1)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ADAD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Enemy_Runner(Clone) 사망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8952" y="579272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우리는 아무것도 안 했는데 몬스터가 줄어든다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863840" y="1965960"/>
            <a:ext cx="3568903" cy="1828800"/>
          </a:xfrm>
          <a:prstGeom prst="roundRect">
            <a:avLst>
              <a:gd name="adj" fmla="val 12500"/>
            </a:avLst>
          </a:prstGeom>
          <a:solidFill>
            <a:srgbClr val="0066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2212848"/>
            <a:ext cx="292882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Layer Collision</a:t>
            </a:r>
            <a:endParaRPr lang="en-US" sz="1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Matrix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3063240"/>
            <a:ext cx="292882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CE8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Enemy × Enemy 체크를 끈다. 045에서 총알이 벽을 통과하게 했던 그 화면이다.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863840" y="4023360"/>
            <a:ext cx="356890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코드는 한 줄도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안 고쳤다.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7863840" y="5029200"/>
            <a:ext cx="356890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실측 — 웨이브 7까지 90초를 돌린 뒤 처치 0. 고치기 전에는 아무도 안 때렸는데 38이었다.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074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한 함수가 두 가지 일을 하지 않게 한다.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코루틴은 몇 개든 동시에 돌릴 수 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65960"/>
            <a:ext cx="5669280" cy="1595628"/>
          </a:xfrm>
          <a:prstGeom prst="roundRect">
            <a:avLst>
              <a:gd name="adj" fmla="val 957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67128"/>
            <a:ext cx="5157216" cy="1193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void Start()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StartCoroutine(SpawnRoutine());   // 소환만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StartCoroutine(WaveRoutine());    // 시계만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58952" y="3881628"/>
            <a:ext cx="5669280" cy="2830068"/>
          </a:xfrm>
          <a:prstGeom prst="roundRect">
            <a:avLst>
              <a:gd name="adj" fmla="val 5396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14984" y="4082796"/>
            <a:ext cx="5157216" cy="2427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IEnumerator WaveRoutine()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(true)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yield return new WaitForSeconds(waveDuration);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Wave++;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spawnInterval = Mathf.Max(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spawnInterval - intervalStep, minInterval);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766560" y="1965960"/>
            <a:ext cx="466618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각자 자기 일만 한다.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6766560" y="2423160"/>
            <a:ext cx="466618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간격이 계속 변하니까 소환 루틴 안에서 시간을 재면 계산이 어긋난다. 시계는 따로 두면 정확하다.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766560" y="3611880"/>
            <a:ext cx="466618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Mathf.Max 가 없으면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766560" y="4114800"/>
            <a:ext cx="466618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간격이 0이 되고, 그 다음엔 음수가 된다. 화면이 몬스터로 꽉 찬다.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074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실측 — 90초 동안 어떻게 어려워지나.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Game.unity · waveDuration 15초 · step 0.3 · min 0.4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65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웨이브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2130552" y="1965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간격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3502152" y="1965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나오는 종류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58952" y="2368296"/>
            <a:ext cx="59436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8952" y="253288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130552" y="253288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2.00초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502152" y="25328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돌진형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2971800"/>
            <a:ext cx="594360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30815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130552" y="30815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1.70초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502152" y="30815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돌진형 · 러너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" y="3520440"/>
            <a:ext cx="594360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36301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130552" y="36301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1.40초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502152" y="36301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종류 전부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8952" y="4069080"/>
            <a:ext cx="594360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8952" y="41788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2130552" y="41788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0.80초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502152" y="41788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종류 전부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58952" y="4617720"/>
            <a:ext cx="594360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58952" y="47274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130552" y="47274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0.40초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3502152" y="47274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여기서 더 안 줄어든다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58952" y="5166360"/>
            <a:ext cx="594360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58952" y="5596128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7웨이브에서 멈춘 이유.</a:t>
            </a:r>
            <a:endParaRPr lang="en-US" sz="1900" dirty="0"/>
          </a:p>
        </p:txBody>
      </p:sp>
      <p:sp>
        <p:nvSpPr>
          <p:cNvPr id="31" name="Text 29"/>
          <p:cNvSpPr txBox="1"/>
          <p:nvPr/>
        </p:nvSpPr>
        <p:spPr>
          <a:xfrm>
            <a:off x="758952" y="6053328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Mathf.Max 가 minInterval(0.4) 아래로 못 내려가게 막는다. 없으면 음수가 되고 한 프레임에 수십 마리가 나온다.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086600" y="1965960"/>
            <a:ext cx="4343400" cy="2916936"/>
          </a:xfrm>
          <a:prstGeom prst="roundRect">
            <a:avLst>
              <a:gd name="adj" fmla="val 7837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3" name="Image 0" descr="C:\Users\user\Github\WaveBreaker\docs\04_배포자료\슬라이드\shots2\final\074_Wa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87768" y="2167128"/>
            <a:ext cx="3941064" cy="2039112"/>
          </a:xfrm>
          <a:prstGeom prst="rect">
            <a:avLst/>
          </a:prstGeom>
        </p:spPr>
      </p:pic>
      <p:sp>
        <p:nvSpPr>
          <p:cNvPr id="34" name="Text 31"/>
          <p:cNvSpPr txBox="1"/>
          <p:nvPr/>
        </p:nvSpPr>
        <p:spPr>
          <a:xfrm>
            <a:off x="7287768" y="4279392"/>
            <a:ext cx="3941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웨이브 6 · 적 88마리 · 아무도 안 죽었다</a:t>
            </a:r>
            <a:endParaRPr lang="en-US" sz="950" dirty="0"/>
          </a:p>
        </p:txBody>
      </p:sp>
      <p:sp>
        <p:nvSpPr>
          <p:cNvPr id="35" name="Text 32"/>
          <p:cNvSpPr txBox="1"/>
          <p:nvPr/>
        </p:nvSpPr>
        <p:spPr>
          <a:xfrm>
            <a:off x="7086600" y="493776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프레임이 떨어지기 시작한다. 정상이다.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풀링은 101회차에서 한다.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075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주변을 한꺼번에 훑는다.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이 코드에 Enemy 라는 글자가 없다.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65960"/>
            <a:ext cx="7040880" cy="3035808"/>
          </a:xfrm>
          <a:prstGeom prst="roundRect">
            <a:avLst>
              <a:gd name="adj" fmla="val 503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67128"/>
            <a:ext cx="6528816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Collider2D[] hits = Physics2D.OverlapCircleAll(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transform.position, attackRadius);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 (Collider2D hit in hits)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(hit.gameObject == gameObject) continue;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(hit.TryGetComponent(out IDamageable target))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target.TakeDamage(damage);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1965960"/>
            <a:ext cx="329458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내 몸도 목록에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들어온다.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8138160" y="3017520"/>
            <a:ext cx="329458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플레이어도 IDamageable 이다. 안 걸러내면 내가 나를 때린다. 이 회차 1등 사고다.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38160" y="4297680"/>
            <a:ext cx="3294583" cy="978408"/>
          </a:xfrm>
          <a:prstGeom prst="roundRect">
            <a:avLst>
              <a:gd name="adj" fmla="val 15607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94192" y="4498848"/>
            <a:ext cx="2782519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OnDrawGizmosSelected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노란 원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138160" y="5504688"/>
            <a:ext cx="329458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숫자만 보면 감이 안 온다. 그려주면 바로 안다.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075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꾹 누르면 매 프레임 나간다.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Invoke 도 코루틴도 필요 없다. 시각을 적어두면 된다.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65960"/>
            <a:ext cx="6766560" cy="2212848"/>
          </a:xfrm>
          <a:prstGeom prst="roundRect">
            <a:avLst>
              <a:gd name="adj" fmla="val 6901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67128"/>
            <a:ext cx="6254496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void Update()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(!Input.GetKey(KeyCode.Space)) return;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(Time.time &lt; nextAttackTime) return;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nextAttackTime = Time.time + cooldown;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Swing();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45445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조각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3136392" y="454456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뜻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58952" y="4946904"/>
            <a:ext cx="676656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8952" y="511149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Time.time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136392" y="511149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게임이 시작하고 지난 시간(초)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5550408"/>
            <a:ext cx="676656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566013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nextAttackTime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136392" y="566013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다음에 때릴 수 있는 시각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8952" y="6099048"/>
            <a:ext cx="676656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863840" y="1965960"/>
            <a:ext cx="356890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먼저 없이 해본다.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7863840" y="2423160"/>
            <a:ext cx="356890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Space 를 꾹 누르면 Console 이 폭발하고 몬스터가 순식간에 사라진다. 재미가 없다는 걸 몸으로 느낀 뒤에 넣는다.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863840" y="3749040"/>
            <a:ext cx="356890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078에서 다시 쓴다.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7863840" y="4251960"/>
            <a:ext cx="35689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자동 발사 무기의 쿨다운도 같은 방식이다.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075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한 번 휘둘렀는데 셋이 다르게 반응한다.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플레이어는 전부 TakeDamage(4) 를 불렀을 뿐이다.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65960"/>
            <a:ext cx="6675120" cy="1801368"/>
          </a:xfrm>
          <a:prstGeom prst="roundRect">
            <a:avLst>
              <a:gd name="adj" fmla="val 8477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67128"/>
            <a:ext cx="6163056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휘두르기 — 3마리 명중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Enemy_Charger : -4  (남은 체력 6)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Enemy_Runner : -4  (남은 체력 0)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Enemy_Runner 사망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Enemy_Tank : 단단하다!  4 → 2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Enemy_Tank : -2  (남은 체력 28)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3877056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실측 — Game.unity 에서 세 종류를 나란히 세우고 Swing() 한 번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58952" y="4361688"/>
            <a:ext cx="6675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다르게 만든 건 각자의 override 다.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758952" y="4818888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처치 수를 세는 코드도 부모의 Die() 한 곳에만 넣었다. 몬스터를 열 종류로 늘려도 그 한 줄이면 끝난다.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60920" y="1965960"/>
            <a:ext cx="4069080" cy="2761488"/>
          </a:xfrm>
          <a:prstGeom prst="roundRect">
            <a:avLst>
              <a:gd name="adj" fmla="val 8278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2" name="Image 0" descr="C:\Users\user\Github\WaveBreaker\docs\04_배포자료\슬라이드\shots2\final\075_Kil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2088" y="2167128"/>
            <a:ext cx="3666744" cy="1883664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7562088" y="4123944"/>
            <a:ext cx="3666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웨이브 8 · 처치 38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이번 주 종료 조건.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060704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다섯 개다. 다음 주는 무기다.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58952" y="2157984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21031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몬스터가 플레이어를 쫓아온다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58952" y="2660904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26060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Enemy 를 상속한 3종이 각각 다르게 동작한다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58952" y="3163824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31089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밖에서 저절로 스폰된다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58952" y="3666744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43000" y="36118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시간이 갈수록 자주, 여러 종류가 나온다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8952" y="4169664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9050">
            <a:solidFill>
              <a:srgbClr val="14141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43000" y="41148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Space 로 때리고 처치 수가 화면에 뜬다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1965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회수한 것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8915400" y="19659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언제 배웠나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903720" y="2368296"/>
            <a:ext cx="4529023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03720" y="25328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상속 · override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915400" y="253288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070 · 6주차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903720" y="2926080"/>
            <a:ext cx="452902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03720" y="30358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코루틴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915400" y="303580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051 · 052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903720" y="3429000"/>
            <a:ext cx="452902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903720" y="35387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Matrix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915400" y="353872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045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903720" y="3931920"/>
            <a:ext cx="452902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903720" y="40416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프리팹 · TMP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915400" y="404164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046 · 056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903720" y="4434840"/>
            <a:ext cx="452902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903720" y="4590288"/>
            <a:ext cx="45290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새 문법은 OverlapCircleAll 과 Time.time 쿨다운, 둘뿐이다.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4937760"/>
            <a:ext cx="12191695" cy="1920240"/>
          </a:xfrm>
          <a:prstGeom prst="roundRect">
            <a:avLst>
              <a:gd name="adj" fmla="val 11905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58952" y="53218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다음 주 16주차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758952" y="56875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무기가 알아서 싸운다.</a:t>
            </a:r>
            <a:endParaRPr lang="en-US" sz="2600" dirty="0"/>
          </a:p>
        </p:txBody>
      </p:sp>
      <p:sp>
        <p:nvSpPr>
          <p:cNvPr id="33" name="Text 31"/>
          <p:cNvSpPr txBox="1"/>
          <p:nvPr/>
        </p:nvSpPr>
        <p:spPr>
          <a:xfrm>
            <a:off x="8412480" y="546811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076 – 080회차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8412480" y="579729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DADAD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회전 칼 · 자동 조준 · 코어 루프 완성.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15주차 · 몰려온다</dc:title>
  <dc:subject>PptxGenJS Presentation</dc:subject>
  <dc:creator>WaveBreaker 강의</dc:creator>
  <cp:lastModifiedBy>WaveBreaker 강의</cp:lastModifiedBy>
  <cp:revision>1</cp:revision>
  <dcterms:created xsi:type="dcterms:W3CDTF">2026-09-02T10:48:08Z</dcterms:created>
  <dcterms:modified xsi:type="dcterms:W3CDTF">2026-09-02T10:48:08Z</dcterms:modified>
</cp:coreProperties>
</file>