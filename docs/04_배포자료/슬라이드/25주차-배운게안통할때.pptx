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123회차가 이 주차의 뼈대다. 084에서 배운 Time.timeScale 이 협동에서 처음으로 안 통한다. '배운 게 안 통하는 순간' 을 정면으로 다루는 회차이고, 그게 네트워크의 본질이다.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2명이면 4번, 4명이면 16번 돈다. 사람 수가 적어서 괜찮다. 성능이 걱정되면 가장 먼 두 점만 따로 추적하면 되지만 지금은 필요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Lerp 는 095의 SmoothDamp 와 같은 생각이다. 목표값으로 서서히 가는 것. 싱글에서 5.00 이 그대로 나오는지 반드시 확인시킨다.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120에서는 넣으면 안 됐고 121에서는 넣어야 한다. 바로 다음 회차에서 반대가 되므로 학생이 반드시 헷갈린다. 이 표를 칠판에 남겨둔다.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과정에서 협동이 협동다워지는 순간이 122회차다. 그 점을 학생에게 말해준다. 몬스터가 오는데 3초를 버텨야 하는 긴장감이 핵심이다.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번째가 규칙의 핵심이다. 3초간 '계속' 곁에 있어야 한다. 이게 몬스터를 막으면서 버티는 긴장감을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부활 체력이 최대 체력보다 클 수 있다는 게 포인트다. Mathf.Max(value, 0) 만 쓰고 상한은 부르는 쪽에 맡긴다.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'맞는 답' 이 아니라 '그 상황에서 맞는 답' 이었다는 말을 여기서 처음 한다. 마지막 슬라이드에서 다시 정리한다.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곳뿐인 이유는 움직이는 게 몬스터·스폰·플레이어 셋이기 때문이다. 어디를 빠뜨렸는지 학생이 직접 찾게 하면 구조가 머리에 들어온다.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창은 OnValueChanged 로 양쪽에 자동으로 뜬다 — Rpc 가 필요 없다. 선택만 Rpc 로 올린다. 116회차의 '값이 유지되면 NetworkVariable' 규칙 그대로다.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번째가 흔하다. 강사도 에디트 모드에서 시도했다가 이 에러를 봤다. 나머지 셋은 22주차 전에 미리 검증해 두라고 Phase 9 문서가 못박고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입력은 Trim().ToUpper() 로 받는다. 학생이 소문자로 치거나 앞뒤에 공백을 넣는다. maxPlayers 를 그대로 넣으면 3인 방이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'왜 안 합쳤냐' 고 물으면 좋은 질문이다. 정직하게 답한다. 본 게임 WaveManager 는 이미 이 문지기를 쓰고 있고, 카메라는 한 파일로 둘 다 처리한다.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9 문서가 종료 조건 마지막 줄에 '[혼자 하기]도 여전히 정상 동작한다 ⭐' 를 넣고 매 회차 확인을 요구했다. 오늘이 마지막 확인이다.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Phase 9 전체의 결론이다. 문법을 몇 개 배웠느냐보다 이 태도가 남아야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협동이 끝내 안 된 학생이 있어도 괜찮다고 반드시 말한다. Phase 8 빌드가 제출물이 되고, 그게 21주차 백업의 목적이었다.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25주차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배운 게 안 통할 때.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121–125 · Phase 9 마무리 · 125회차 = 전체의 89%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줌 · 소프트 리쉬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122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다운 · 부활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123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양쪽 시간 정지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124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Relay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125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모드 통합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가운데는 맞는데 볼 게 없다.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120회차 도전 과제에서 학생이 이미 본 문제다.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필요한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920240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줌아웃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248716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멀어진 만큼 화면을 넓힌다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소프트 리쉬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99008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그래도 한계가 있으니 살짝 당긴다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767328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4984" y="3968496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가장 먼 두 점 사이의 거리를 잰다 — 이중 반복문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(Transform a in targets)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(Transform b in targets)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span = Mathf.Max(span, Vector2.Distance(a.position, b.position));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🔑 목록이 하나면 Span 이 0 이다. 자기와 자기 거리는 0이니까.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5751576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이게 오늘의 핵심이다 — 싱글은 분기문 없이 자동으로 안 바뀐다.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Clamp 로 막고 Lerp 로 부드럽게.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 막으면 무한히 넓어진다.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goal = Mathf.Clamp(baseSize + Span * zoomPadding, baseSize, maxSize);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cam.orthographicSize = Mathf.Lerp(cam.orthographicSize, goal, Time.deltaTime / zoomSmooth);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3787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33787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050792" y="33787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781044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9456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baseSize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39456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50792" y="39456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크기 (091 그대로)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293108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4028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maxSize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53512" y="44028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50792" y="44028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이상 안 넓힌다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750308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8600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zoomPadding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53512" y="48600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50792" y="48600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 1당 얼마나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207508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3172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zoomSmooth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953512" y="53172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50792" y="53172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0이면 뚝뚝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5664708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3378708"/>
            <a:ext cx="466344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22592" y="3579876"/>
            <a:ext cx="41513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실측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= 1.34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ortho = 5.80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+ 1.34 × 0.6 = 5.80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싱글 : ortho = 5.00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'딱딱하게' 막으면 조작이 씹힌다.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이름이 소프트 리쉬다.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(!IsOwner) return;              // 내 캐릭터만 내가 당긴다 (114)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(cam.Span &lt;= 0.01f) return;     // 혼자면 당길 이유가 없다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dist = toCenter.magnitude;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(dist &lt;= maxDistance)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over = dist - maxDistance;   // 넘은 만큼만, 많이 넘을수록 세게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+= (Vector3)(toCenter.normalized * over * pullStrength * Time.deltaTime);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330952" y="4407408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IsOwner 검사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80974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974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 목록 (120)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497433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넣으면 안 된다 — 다시 한 명만 따라간다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3218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431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소프트 리쉬 (121)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543153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넣어야 한다 — 내 캐릭터만 내가 당긴다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7790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605332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매번 "이 동작이 나만의 것인가" 를 물어야 하는 이유가 이것이다.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혼자면 죽는데 둘이면 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기획서 11장 — 부활 규칙이 협동의 재미다.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920240"/>
            <a:ext cx="756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867912" y="2487168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07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사망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2907792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쓰러진 상태(다운). 즉시 게임오버 아님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2186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328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부활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867912" y="3328416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동료가 3초간 곁에 있으면 체력 30으로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93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전멸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749040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다운되면 게임 오버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0599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35254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다운은 '죽음' 이 아니라 '상태' 다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4809744"/>
            <a:ext cx="106737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오브젝트를 없애면 안 된다 — 부활해야 하니까. 게이지도 동기화한다 — 상대 화면에 바를 보여주려면 알아야 하니까.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340096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4984" y="5541264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NetworkVariable&lt;bool&gt;  IsDown         = new(false, Everyone, Server);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NetworkVariable&lt;float&gt; ReviveProgress = new(0f,    Everyone, Server);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부활 조건 — 세 가지를 걸러낸다.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하나만 빠뜨려도 규칙이 무너진다.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검사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2024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빼면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== NetworkObject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48716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자신이 자기를 살린다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other.IsDown.Value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299008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쓰러졌는데 서로 살린다 — 게임이 안 끝난다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&gt; reviveRange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49300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멀리서도 살아난다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게이지 0 으로 초기화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99592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왔다갔다 하면서 살릴 수 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3891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4773168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4974336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(!helperNear)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ReviveProgress.Value = 0f;   // 떨어지면 처음부터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ReviveProgress.Value += Time.deltaTime;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재본 값 — 게이지가 차고 체력 30으로 살아난다.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기획서 그대로다.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[다운시킨 직후]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플레이어 0 체력 20 다운=False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플레이어 1 체력  0 다운=True   부활게이지 0.0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[동료를 1.20 거리로 옮기고 2초 뒤]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플레이어 1 다운=True   부활게이지 2.1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[4초 뒤]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플레이어 1 체력 30 다운=False   ← 부활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4594860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796028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[호스트] 소유자 1 다운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[호스트] 소유자 1 부활 — 체력 30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7561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SetHealth 를 maxHealth 로 Clamp 하면 30이 20으로 잘린다 — 122회차 2등 사고다.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Time.timeScale 이 협동에서는 안 통한다.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084·098에서 배운 게 여기서 처음으로 막힌다.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내 화면                          상대 화면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timeScale = 0                    timeScale = 1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┌──────────────┐                ┌──────────────┐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멈춰 있다     │                │ 몬스터가 온다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카드를 고른다  │                │ 계속 돈다  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└──────────────┘                └──────────────┘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돌아왔을 땐 이미 죽어 있다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40740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틀린 코드가 아니다 — 전제가 달라진 것이다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86460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싱글에서는 완벽하게 동작한다. 게임이 하나일 때만 통하는 방법이었을 뿐이다. 106회차의 '게임이 두 개' 가 여기서 또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멈춤도 동기화한다.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멈출지 우리가 고른다 — timeScale 로는 못 하던 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NetworkVariable&lt;bool&gt; Paused = new(false, Everyone, Server);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bool IsPaused =&gt; Instance != null &amp;&amp; Instance.Paused.Value;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움직이는 것 세 곳이 이 값을 본다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NetworkEnemy.FixedUpdate       : if (IsPaused) { 속도 0; return;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NetworkWaveManager.SpawnOne    : if (IsPaused)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NetworkPlayerMove.FixedUpdate  : if (IsPaused) { 속도 0; return; 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559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timeScale 은 유니티가 알아서 멈춰줬다. 이번엔 우리가 정한다.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61314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그게 오히려 나은 점도 있다 — UI 애니메이션은 계속 돌게 둘 수 있다. timeScale 로는 그게 안 됐다(084의 그 문제).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둘 다 골라야 다시 움직인다.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명만 고르고 기다리는 게 협동이다.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5852160" cy="2830068"/>
          </a:xfrm>
          <a:prstGeom prst="roundRect">
            <a:avLst>
              <a:gd name="adj" fmla="val 53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5340096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[Rpc(SendTo.Server)]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ChoiceRpc(int index)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chosenCount++;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total = NetworkManager.Singleton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.ConnectedClientsIds.Count;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(chosenCount &lt; total)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NetworkTeam.Instance.SetPaused(false);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874520"/>
            <a:ext cx="4663440" cy="2670048"/>
          </a:xfrm>
          <a:prstGeom prst="roundRect">
            <a:avLst>
              <a:gd name="adj" fmla="val 856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C:\Users\user\Github\WaveBreaker\docs\04_배포자료\슬라이드\shots2\final\123_Level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075688"/>
            <a:ext cx="4261104" cy="17922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67728" y="394106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레벨업 창 — 양쪽에 똑같이 뜬다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8952" y="4978908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14984" y="5180076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[호스트가 카드를 고른 뒤 — 실측]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선택 1 / 2명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멈춤 = True     ← 클라이언트가 아직 안 골랐다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패널 = False  ← 내 것만 닫혔다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중계 서버인가.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비대면 수업에서 포트포워딩은 절대 못 시킨다.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[직접 연결]  내 컴퓨터 ──?── 공유기 ──?── 공유기 ──?── 친구 컴퓨터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막혀 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[Relay]      내 컴퓨터 ────▶ 유니티 서버 ◀──── 친구 컴퓨터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둘 다 "나가는" 연결이라 막히지 않는다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901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🔴 미리 확인할 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330952" y="3790188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되면 나오는 에러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19252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3571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 모드에서 실행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435711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Unity Services can only be initialized in Play Mode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7045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8143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Unity Cloud 프로젝트 연결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481431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ID 관련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1617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2715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대시보드에서 Relay 켜기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330952" y="527151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is not enabled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6189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7287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에디터에 계정 로그인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5330952" y="572871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관련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60761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실제로 코드가 나오고 호스트가 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127.0.0.1 이 진짜 인터넷 주소로 바뀐다.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UnityServices 초기화 = Initialized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로그인 = True   PlayerId = L1xXNWcKBH4J45bpKTHhOJwYEj9f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접속 코드 = RMKDHN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 서버 = 34.180.64.245:37000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StartHost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IsListening=True  IsHost=True  내 번호=0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전송 방식 = RelayUnityTransport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08392" y="440740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80974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974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CreateAllocation 인자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4974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maxPlayers - 1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497433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53218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431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hostConnectionData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5431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08392" y="543153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join.HostConnectionData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7790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888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416552" y="5888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StartHost()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08392" y="588873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StartClient()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62362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씬을 하나로 안 합쳤나 — 정직하게 말한다.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실력의 문제가 아니라 판단이다.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920240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 구성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이상적인 모습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248716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Game.unity 하나에서 혼자도 하고 같이도 한다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우리 모습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990088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Game.unity(혼자) 와 Coop.unity(같이) 두 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7673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 게임은 풀에서 꺼내고, 협동은 Spawn() 으로 만든다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22452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둘을 한 코드로 합치려면 스폰 경로를 통째로 갈아엎어야 한다. 그러다 실패하면 21주차의 완성작이 깨진다. 그래서 안 합쳤다.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919472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4984" y="5120640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다만 합칠 준비는 해뒀다 — NetworkRole (117회차)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(nm == null) return true;        // 씬에 없다 = 싱글 모드다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(!nm.IsListening) return true;   // 접속 안 했으면 싱글과 같다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과정에서 가장 중요한 25분.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20회차 동안 협동을 만들며 21주차 완성작을 안 깨뜨렸는가.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4663440" cy="3127248"/>
          </a:xfrm>
          <a:prstGeom prst="roundRect">
            <a:avLst>
              <a:gd name="adj" fmla="val 731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125_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075688"/>
            <a:ext cx="4261104" cy="22494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67728" y="439826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— 혼자 하기 / 같이 하기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58952" y="1874520"/>
            <a:ext cx="576072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4984" y="2075688"/>
            <a:ext cx="5248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[혼자 하기 — 실측]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씬 = Game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시간 14초  처치 5  Lv.1  체력 20/20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살아있는 몬스터 2  풀 재사용 26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NetworkRole.IsServerOrOffline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NetworkManager 존재 = False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카메라 목록 1개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싱글 카메라 ortho = 5.00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3616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싱글에는 네트워크가 하나도 안 끼어 있다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481888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카메라 크기도 5.00 그대로다 — 121회차에 줌을 넣었는데도. 하나라도 다르면 오늘 고친다. 못 고치면 21주차 백업으로 되돌린다.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배운 게 안 통한 순간들.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'틀린 답' 이 아니라 '그 상황에서 맞는 답' 이었다.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배운 것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4165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안 통했나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59752" y="1965960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대신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0  (084)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123회차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53288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서버가 Paused 를 들고 있는다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  (047)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117회차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303580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NetworkObject.Spawn()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538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  (048)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117회차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59752" y="353872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Despawn()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값을 직접 바꾸기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416552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115회차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404164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서버에 Rpc 로 부탁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8188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앞으로도 계속 만난다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27608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그때 물어야 할 것은 하나다 — "전제가 뭐였지?" 싱글에서는 게임이 하나였고, 협동에서는 둘이다. 그 차이가 전부다.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9 회고 — 20회차가 끝났다.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협동이 안 된 학생도 21주차 빌드가 제출물이 된다.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1783080"/>
            <a:ext cx="7836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2350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106–110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3500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개념 · 설치 · 첫 접속 · 가상 플레이어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8952" y="2697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807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0552" y="2807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111–115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8072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2인 접속 · 이동 동기화 · IsOwner · NetworkVariable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31546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264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30552" y="3264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116–120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32644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Rpc · 서버 스폰 · 젬 · 피격 · 협동 카메라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36118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721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30552" y="3721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121–125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93592" y="37216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줌 · 부활 · 시간 정지 · Relay · 모드 통합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4069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325112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125 / 140 회차 — 89%.  그러려고 21주차에 백업했다.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5321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26주차 · 마지막 Phase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친구에게 링크로 보낸다.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126–130회차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최종 빌드 · 배포 · 발표.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25주차 · 배운 게 안 통할 때</dc:title>
  <dc:subject>PptxGenJS Presentation</dc:subject>
  <dc:creator>WaveBreaker 강의</dc:creator>
  <cp:lastModifiedBy>WaveBreaker 강의</cp:lastModifiedBy>
  <cp:revision>1</cp:revision>
  <dcterms:created xsi:type="dcterms:W3CDTF">2026-09-03T07:54:27Z</dcterms:created>
  <dcterms:modified xsi:type="dcterms:W3CDTF">2026-09-03T07:54:27Z</dcterms:modified>
</cp:coreProperties>
</file>