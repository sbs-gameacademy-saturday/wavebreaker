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코루틴은 이 Phase 최대 난관이다. yield 를 문법으로 설명하는 순간 반이 무너진다. '여기서 잠깐 쉬었다 이어서' 이 한 문장으로 끝까지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053·054는 게임이 예뻐지는 주간이라 학생 몰입이 크게 오른다. 대신 Animator 상태 머신에 빠지면 2주가 날아간다. 054에서 '오늘 안 하는 것'을 먼저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버전을 반드시 직접 쳐보게 한다. 3초 → 2초 → 1초로 이어지는 확장은 칠판에 그림만 그리고 실제로 치지는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컴파일러가 상태 머신을 만든다는 설명은 절대 하지 않는다. 이 회차가 끝난다. 궁금해하는 학생에게는 '나중에 궁금해지면 보세요' 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StartCoroutine 을 뺀 상태를 강사가 일부러 재현해서 보여준다. Console 이 조용한 그림을 다 같이 봐야 학생이 나중에 혼자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SpawnRoutine 이 Phase 5~6 웨이브 매니저의 원형이다. while (true) 가 조건 있는 while 로 바뀌면 그게 웨이브다. 17주차에 여기서 이어간다.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시연은 강사만 한다. 학생에게는 시키지 않는다. 미리 한 번 연습해 두고, 주석을 풀어 정상으로 돌아오는 것까지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키 스폰은 지우고 [ContextMenu] 는 남긴다. 판단 기준은 '쓸모가 남았나' 다. 자동 스폰이 생겨 E 키는 할 일이 없어졌지만 ContextMenu 는 Play 없이 부를 수 있어 여전히 쓸모가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총알은 흰 네모로 둬도 된다. 작아서 티가 안 나고 오늘 목표는 캐릭터다. 다 한 학생만 총알까지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그림을 바꾸면 Collider(초록 선)는 그대로 남는다. 043에서 배운 대로 Reset 하거나 Edit Collider 로 다시 잡는다. 그림보다 조금 작게가 게임 느낌이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프리팹 모드에서 붙여야 스폰되는 몬스터가 전부 걷는다. 씬 인스턴스에 붙이면 그 하나만 움직인다. 046에서 배운 게 여기서 값을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Animator 를 붙이면 SpriteRenderer 의 Sprite 칸을 애니메이션이 매 프레임 덮어쓴다. 'Sprite 를 바꿨는데 Play 하면 돌아가요' 라는 질문이 반드시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스스로 해당 회차 강의안을 찾아가게 만드는 게 이 표의 목적이다. 강사가 답을 주는 것보다 이게 낫다. 오늘은 가르치지 않고 순회만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스크립트를 만들지 않는 게 이 회차의 핵심이다. Bullet 에 targetTag 를 연 것이 이번 주의 유일한 코드 변경이고, 기본값이 Enemy 라 047~050 수업 코드와 동작이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055 는 전원 30초씩 데모한다. 한 명도 빠뜨리지 않는다. Phase 4 는 이 여섯 개를 계속 다시 쓰므로 여기서 못 따라오면 3주가 힘들어진다.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14주차부터 시작할 본 프로젝트를 위해 '끝내는 경험'을 먼저 시킨다. 미니게임 3종은 그 연습이다.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시간과 그림.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3 마지막 주. 마지막 회차에는 새로 배우는 게 하나도 없다.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54_Sprit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Github\WaveBreaker\docs\04_배포자료\슬라이드\shots2\final\055_Do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051 – 055회차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마무리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051–052로 시간을 다루고, 053–054로 그림을 입히고, 055에서 조립만 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코루틴 ①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2212848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뒤에 한 번 · yield return WaitForSeconds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코루틴 ②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999232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while + yield · 2초마다 저절로 나오는 몬스터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스프라이트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3785616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PPU · Filter Mode · 흰 네모가 그림이 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Animator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4572000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걷기 하나. 상태 전환은 Phase 7로 미룬다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미니게임 ①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5358384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배우는 것 없이 피하기 게임 + Phase 3 마무리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타이머 변수로 먼저 만들어 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이걸 건너뛰면 코루틴이 그냥 이상한 문법으로만 남는다.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2377440"/>
          </a:xfrm>
          <a:prstGeom prst="roundRect">
            <a:avLst>
              <a:gd name="adj" fmla="val 642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float timer;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  done;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(done)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+=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(timer &gt;= 3f) { Debug.Log("발사!"); done = true;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61772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 하는 데 변수가 두 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074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3초 → 2초 → 1초로 이어지면 변수가 여섯 개가 된다. 웨이브 10개면 스무 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965960"/>
            <a:ext cx="4529023" cy="2194560"/>
          </a:xfrm>
          <a:prstGeom prst="roundRect">
            <a:avLst>
              <a:gd name="adj" fmla="val 1041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2286000"/>
            <a:ext cx="37975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된다. 그런데 흩어진다.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69480" y="2816352"/>
            <a:ext cx="37975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2971800"/>
            <a:ext cx="37975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"3초 뒤에 무엇을 한다" 가 변수 선언과 Update 여기저기에 나뉘어 있다. 읽어서는 순서가 안 보인다.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4434840"/>
            <a:ext cx="4529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불편을 먼저 겪게 한다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846320"/>
            <a:ext cx="4529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코루틴부터 주면 "왜 이런 이상한 문법을 쓰지" 로만 기억한다. 이 회차 설계의 전부다.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잠깐 쉬었다 이어서.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한 문장이 코루틴의 전부다. 그 이상 설명하지 않는다.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2651760"/>
          </a:xfrm>
          <a:prstGeom prst="roundRect">
            <a:avLst>
              <a:gd name="adj" fmla="val 575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StartCoroutine(Fire());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 Fire()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WaitForSeconds(3f);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Debug.Log("발사!");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...Collections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IEnumerator 를 쓰려면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29718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081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쉴 수 있다는 표시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52044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StartCoroutine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시작해 달라고 부탁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40690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4178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return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쉬었다 이어서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461772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4846320"/>
            <a:ext cx="4529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변수가 하나도 없다.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30352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위에서 아래로 읽으면 그대로다. IEnumerator 안에서 뭐가 도는지는 설명하지 않는다.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4892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IEnumerator 가 뭐냐고 반드시 묻는다. 답은 "이 메서드는 중간에 쉴 수 있다는 표시" 까지만.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되면 둘 중 하나다.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회차 사고의 90%가 이 표로 설명된다.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증상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99432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22792" y="196596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아무것도 안 찍힘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StartCoroutine 을 빼먹음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22792" y="253288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에러도 안 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1363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번에 다 찍힘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return 을 빼먹음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324612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쉬는 표시가 없다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023360"/>
            <a:ext cx="5852160" cy="2103120"/>
          </a:xfrm>
          <a:prstGeom prst="roundRect">
            <a:avLst>
              <a:gd name="adj" fmla="val 726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224528"/>
            <a:ext cx="53400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 Countdown()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Debug.Log("3");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WaitForSeconds(1f);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Debug.Log("2");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WaitForSeconds(1f);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Debug.Log("1");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02336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051_Coroutine_Done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후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찍힌 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479145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4956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0.99초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4956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2줄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903720" y="539496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5504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7.81초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5504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4줄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903720" y="59436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6126480"/>
            <a:ext cx="4529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yield 가 빠졌다면 t≈0 에 4줄이 한꺼번에 몰린다.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10주차의 E 키를 없앤다.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코루틴 안에 while 을 넣으면 저절로 나온다. Phase 3의 마지막 종료 조건이다.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2194560"/>
          </a:xfrm>
          <a:prstGeom prst="roundRect">
            <a:avLst>
              <a:gd name="adj" fmla="val 695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 SpawnRoutine()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SpawnOne();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new WaitForSeconds(spawnInterval);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줄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92861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093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반복해라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5321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641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return 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641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쉬었다 다시 위로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0807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9659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052_Spawn_Done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설정 / 시점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273405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spawnInterval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2초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43800" y="3355848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3465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8.55초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34655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5마리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543800" y="3922776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3800" y="3977640"/>
            <a:ext cx="38889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 · 2 · 4 · 6 · 8초에 하나씩 = 5마리.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480560"/>
            <a:ext cx="3888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공식대로 나온다. 간격이 흔들리면 yield 자리를 의심한다.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989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3주차에 배운 while 그대로다. 끝나지 않는데 게임이 안 멈추는 이유는 중간에 쉬기 때문이다.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yield 를 빼면 유니티가 죽는다.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학생 컴퓨터에서 처음 만나게 두지 않는다. 강사가 먼저 재현한다.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SpawnOne();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yield return new WaitForSeconds(2f);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94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프레임 안에서 무한히 돈다.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251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몬스터를 1초에 수십만 마리 만들려고 하는 중이다. 유니티는 응답하지 않는다.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상황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반응함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Ctrl+Shift+P 로 Play 토글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3026664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완전히 멈춤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136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관리자에서 강제 종료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63016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열면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739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안 한 씬은 날아간다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423367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534924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5349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전에 Ctrl+S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005072" y="53492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회차부터 습관으로 만든다. 코드는 남지만 저장 안 한 씬은 통째로 날아간다.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9436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while 을 쓸 때는 yield 가 있는지 먼저 본다. 이건 습관이다.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손잡이를 받아둬야 멈출 수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StartCoroutine 은 돌려주는 값이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2377440"/>
          </a:xfrm>
          <a:prstGeom prst="roundRect">
            <a:avLst>
              <a:gd name="adj" fmla="val 642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Coroutine spawnRoutine;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spawnRoutine = StartCoroutine(SpawnRoutine());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(spawnRoutine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StopCoroutine(spawnRoutine);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spawnRoutine = null;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06577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230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Coroutine spawnRoutine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230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시작한 코루틴을 담는 손잡이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66928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779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spawnRoutine = null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779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안 돌고 있다는 표시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2179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965960"/>
            <a:ext cx="388894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2286000"/>
            <a:ext cx="3157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049의 null 확인이 또 나온다.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909560" y="2880360"/>
            <a:ext cx="315742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3035808"/>
            <a:ext cx="31574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"지금 돌고 있나" 를 null 로 판단한다. 없는 걸 만지지 않으려는 것과 같은 습관이다.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43484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StopAllCoroutines() 도 있다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846320"/>
            <a:ext cx="38889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오브젝트의 코루틴을 전부 멈춘다. 편한데 거칠다. 문자열로 멈추는 방법은 오타를 못 잡으니 쓰지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11주 만에 흰 네모를 벗는다.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게임은 하나도 안 바뀌었다. 그림만 끼웠다.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029200" cy="3035808"/>
          </a:xfrm>
          <a:prstGeom prst="roundRect">
            <a:avLst>
              <a:gd name="adj" fmla="val 75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53_Sprite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4626864" cy="21579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3982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053_Sprite_Start — 플레이어가 흰 네모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029200" cy="3035808"/>
          </a:xfrm>
          <a:prstGeom prst="roundRect">
            <a:avLst>
              <a:gd name="adj" fmla="val 75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C:\Users\user\Github\WaveBreaker\docs\04_배포자료\슬라이드\shots2\final\054_Sprite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167128"/>
            <a:ext cx="4626864" cy="21579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73368" y="43982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054_Animator_Done — 그림 + 걷기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758952" y="5138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바뀐 것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5138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바뀐 것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58952" y="554126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58952" y="5705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Renderer 의 Sprite 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5705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· 발사 · 피격 · 스폰 전부 그대로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8952" y="610819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8952" y="6217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임포트 설정 3줄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410712" y="6217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한 줄도 안 고쳤다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8952" y="6620256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818120" y="5138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몰입이 확 오르는 회차다.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818120" y="555040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설정을 못 맞추면 오히려 실망이 크다. 세 줄을 확실히 잡는다.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그림을 넣을 때마다 하는 세 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그리고 Apply. 안 누르면 아무것도 안 바뀐다.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5079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159752" y="196596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하면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 Per Unit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5079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32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253288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크기가 제각각이 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63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Mode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Point (no filter)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317296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흐릿해진다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033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13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50792" y="3813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None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7159752" y="381304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화질이 깎인다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52628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Scale 을 만지고 싶어지면 PPU 를 의심한다.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그림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587752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PPU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50792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화면에서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" y="543153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596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x 32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587752" y="5596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050792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0.32 유닛 — 너무 작다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58952" y="6016752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6126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x 32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587752" y="6126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50792" y="6126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 유닛 — 딱 맞다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8952" y="6547104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4526280"/>
            <a:ext cx="3888943" cy="182880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4800600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PPU 는 프로젝트에서 하나로 통일한다.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5623560"/>
            <a:ext cx="31574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섞이면 캐릭터마다 크기가 제각각이 되고, 나중에 전부 다시 임포트해야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세 개가 한 번에 생긴다.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그림을 타임라인에 끌어다 놓으면 끝난다. 코드는 없다.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6596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Player_Walk.anim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253288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그림을 넘기는 순서 (클립)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3063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Player.controller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62472" y="317296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클립을 언제 트나 (컨트롤러)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7033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85032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62472" y="381304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컨트롤러를 실행하는 부품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3434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034의 "부품을 붙이면 능력이 생긴다" 가 또 나온다.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800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컨트롤러는 재생목록, 클립은 곡 하나. 오늘은 곡이 하나뿐이라 컨트롤러가 할 일이 없다.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34340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054_Animator_Done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43800" y="4709160"/>
            <a:ext cx="3888943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9832" y="4910328"/>
            <a:ext cx="337687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_2 → _3 → _0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스폰된 Enemy(Clone)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_0 → _1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안 하는 것을 먼저 띄운다.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Phase의 최대 함정이다. 파고들면 2주가 날아간다.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하는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50792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하나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 (bool, float)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 (19~20주차)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97180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 (상태 전환)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3081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8952" y="352044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 Tree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3630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406908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· 피격 · 사망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50792" y="4178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8952" y="461772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7091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오늘은 걷기 하나. 상태가 하나라 전환도 없다.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1663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상태 머신은 재미있어 보이고 실제로 재미있어서 학생이 스스로 빠진다. 그래서 미리 못을 박는다.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196596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대신 이건 만진다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Samples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18120" y="2734056"/>
            <a:ext cx="36146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2898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빠르다 (기본)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3337560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3447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~ 12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344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걷기에 적당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3886200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18120" y="3995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3995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뚝뚝 끊긴다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18120" y="4434840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18120" y="4526280"/>
            <a:ext cx="36146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1초에 몇 장 넘길 거냐다. 눈으로 고른다 — 정답은 없다.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배운 것이다.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표를 수업 내내 화면에 띄워둔다. 강사는 답을 주지 않는다.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194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좌우로 움직이는 플레이어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2194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194560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linearVelocity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2706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6700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장애물이 떨어진다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76872" y="2670048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Scale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1821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1455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부딪힌 걸 알아챈다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31455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3145536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OnTriggerEnter2D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657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6210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하나로 여러 개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36210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3621024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프리팹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4133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40965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코드로 만든다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40965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4096512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46085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4572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밖 정리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5696712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76872" y="4572000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 · lifeTime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5084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047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체력을 깎는다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5047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5047488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· GetComponent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" y="55595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" y="55229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계속 떨어진다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5696712" y="5522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976872" y="5522976"/>
            <a:ext cx="44558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코루틴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" y="612648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막힌 학생에게는 "몇 번째 줄에서 막혔어요?" 로 되묻는다.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떨어지는 장애물이 뭐죠.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부딪히면 상대 체력을 깎고 사라지는 것. 우리 총알이랑 똑같지 않나요.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Obstacle 설정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2239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 2D → Gravity Scale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2532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42239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35224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44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Collider 2D → Is Trigger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30449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켬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447288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→ Speed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5570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22392" y="3557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959352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→ Life Time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67912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422392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47141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81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→ Damage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4581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5422392" y="4581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98348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→ Target Tag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67912" y="5093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5422392" y="5093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495544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56235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코드는 하나, 용도는 둘.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60807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총알은 targetTag = Enemy, 장애물은 Player. 속도는 0으로 두고 낙하는 중력이 맡는다.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0" descr="C:\Users\user\Github\WaveBreaker\docs\04_배포자료\슬라이드\shots2\final\055_Do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055_Dodge_Done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818120" y="4617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맞으면 체력 20 → 10 → 0 → 사망.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81812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스폰 y=6 에서 놓은 장애물이 1.62초에 y=4.18. 중력이 제대로 떨어뜨린다.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3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여섯 개가 다 되면 통과다. 하나라도 안 되면 12주차 전에 개별 시간을 잡는다.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57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총알이 몬스터에 닿으면 이벤트가 발생한다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6151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560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Tag 로 몬스터만 골라 반응한다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0723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 원본을 고치면 전부 반영된다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5295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474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GetComponent 로 다른 오브젝트 체력을 깎는다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9867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931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코루틴으로 2초마다 몬스터를 생성한다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4443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389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체력이 0이면 몬스터가 사라진다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8주차 끝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9212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11주차 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흰 네모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그림 + 애니메이션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903720" y="2935224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044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벽을 뚫는다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044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물리로 막힌다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903720" y="344728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35570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상호작용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35570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쏘고 맞고 죽는다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903720" y="395935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손으로 놓는다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2124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코드가 만든다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6903720" y="4471416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4581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581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921240" y="4581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코루틴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6903720" y="49834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" y="5074920"/>
            <a:ext cx="10673791" cy="1188720"/>
          </a:xfrm>
          <a:prstGeom prst="roundRect">
            <a:avLst>
              <a:gd name="adj" fmla="val 1923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24712" y="532180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Snapshot_P3 를 전원에게 배포한다.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1124712" y="5779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플레이어 + 몬스터 프리팹 + 총알 + 코루틴 스폰 + 체력 시스템. 못 따라온 학생은 다음 주에 이걸 연다.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코루틴 사고는 둘, 그림 사고는 하나로 압축된다.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아무것도 안 일어남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2128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StartCoroutine 을 안 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31352" y="2212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안 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670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7797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번에 다 실행됨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27797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yield return 이 없음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31352" y="27797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쉬는 표시가 없다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2369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3467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유니티가 완전히 멈춤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3467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while 안에 yield 가 없음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334670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종료. 그래서 Ctrl+S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38039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913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설정을 바꿨는데 그대로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39136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Apply 를 안 누름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39136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 아래쪽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4805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스폰된 것만 애니메이션 없음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44805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 인스턴스에 붙임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4480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 모드에서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주부터 Phase 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것과 끝내는 것은 다르다.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468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056 – 065회차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5797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작은 게임 세 개를 끝까지 만든다.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11주차 · 시간과 그림</dc:title>
  <dc:subject>PptxGenJS Presentation</dc:subject>
  <dc:creator>WaveBreaker 강의</dc:creator>
  <cp:lastModifiedBy>WaveBreaker 강의</cp:lastModifiedBy>
  <cp:revision>1</cp:revision>
  <dcterms:created xsi:type="dcterms:W3CDTF">2026-09-02T07:45:05Z</dcterms:created>
  <dcterms:modified xsi:type="dcterms:W3CDTF">2026-09-02T07:45:05Z</dcterms:modified>
</cp:coreProperties>
</file>