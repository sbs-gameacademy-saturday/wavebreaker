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9 는 골드메탈 강좌 범위 밖이라 참고할 강의가 없다. 그래서 개념에 두 회차(106·107)를 통째로 쓴다. 학생이 막히는 건 문법이 아니라 그림이 안 그려져서다.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105회차의 백업이 여기서 값을 한다. 학생에게 '실패해도 된다' 를 명시적으로 허락해주는 것이 이 구간 이탈률을 좌우한다.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106회차는 코드를 한 줄도 안 친다. 유니티를 안 켜도 된다. 이 그림 하나가 남은 19회차의 바탕이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전부 알려주면 느려진다. 인터넷으로 보내는 건 비싸다. 그래서 기준이 필요하다는 흐름으로 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큰 온라인 게임은 회사가 서버 컴퓨터를 따로 둔다. 우리는 그럴 돈이 없어서 둘 중 한 명이 심판을 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네트워크 버그의 대부분은 '누구 말이 맞는가' 를 안 정해서 생긴다. 문법보다 이 원칙을 먼저 세워야 116~119회차에서 안 헤맨다.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소유자 권한이라는 개념이 114회차 IsOwner 로 이어진다. 오늘은 이름만 알아둔다.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 의 규칙 ①②가 여기서 회수된다. 학생이 그때 이유를 못 받아들였더라도 지금 이해하면 된다 — 이 슬라이드가 그 자리다.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설치에서 막히면 그 주가 통째로 날아간다. 그래서 한 회차를 설치와 설정에만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9 최대 사고는 협동을 만들다 싱글을 깨뜨리는 것이다. 매 회차 체크리스트 마지막 줄에 'Game.unity 를 안 건드렸다' 를 넣었다.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플레이어 말고 다른 네트워크 물건(몬스터·젬)은 Network Prefabs List 에 따로 등록한다. 그건 117회차다.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102회차에서 Start → OnEnable 로 옮긴 것과 같은 종류의 문제다. '언제 도는 함수인가' 를 따지는 습관이 여기서도 쓰인다.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네트워크는 성공 경험이 늦게 온다. 그래서 109회차에 작지만 확실한 성공을 만든다. 이 로그를 학생이 자기 Console 에서 보게 하는 것이 목표다.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104회차에서 이미 빌드를 해봤기 때문에 대안이 성립한다. 램 확인을 110회차 첫 6분에 반드시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Console 이 따로 나오는 것도 정상이다 — 게임이 두 개니까 로그도 두 개다. 106의 그림으로 되돌아가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112회차에 '내가 움직이면 상대도 같이 움직이는' 사고가 난다. 그걸 고치는 114회차가 067(입력/이동 분리)의 회수 지점이다 — 예고에서 이 연결을 흘려둔다.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22주차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게임이 두 개다.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456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106–110 · Phase 9 착수 · 이번 주는 그림과 설치가 전부다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106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왜 멀티는 어려운가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893710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107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893710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호스트 · 클라이언트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8468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108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028468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NGO 설치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163227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109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163227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첫 접속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297985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110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297985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가상 플레이어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먼저 말한다 — 여기부터 어렵다.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그래서 지난주에 백업을 한 것이다.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502152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1–8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434072" y="187452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9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27685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441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24414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105회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434072" y="2441448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346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44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참고 강의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944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434072" y="2944368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거의 없다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3375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447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되면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502152" y="3447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회차만 밀린다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434072" y="3447288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다음이 다 막힌다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38404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950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안전망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3502152" y="39502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34072" y="3950208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8 완성본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43434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472744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Phase 가 통째로 실패해도 학생은 완성작을 갖고 종강한다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" y="5184648"/>
            <a:ext cx="106737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그러니까 마음 편하게 어려운 걸 해보자 — 이 말을 106회차 첫머리에 한다. 겁먹은 상태로 20회차를 버틸 수는 없다.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가장 큰 오해 — 화면이 두 개가 아니다.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칠판에 틀린 그림을 먼저 그린다.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틀린 그림 ]                          [ 맞는 그림 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게임 하나                내 컴퓨터            친구 컴퓨터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│                   ┌──────────┐        ┌──────────┐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┌────┴────┐              │ 게임 하나 │ ←인터넷→ │ 게임 하나 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화면 A     화면 B             └──────────┘        └──────────┘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99592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게임이 두 개다. 각자 자기 컴퓨터에서 따로 돈다.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453128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내 게임의 몬스터와 친구 게임의 몬스터는 다른 물건이다. 그래서 일일이 알려줘야 한다 — 그게 앞으로 20회차 동안 할 일이다.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알려주면 어떻게 되나.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학생에게 물어가며 표를 채운다.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게임에서 일어난 일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96712" y="1920240"/>
            <a:ext cx="5733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알려주면 친구 화면에서는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487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내가 오른쪽으로 걸었다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696712" y="2487168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제자리에 서 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346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44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몬스터를 잡았다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696712" y="2944368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몬스터가 아직 살아 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291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4015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젬을 먹었다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696712" y="3401568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젬이 바닥에 그대로 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7490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858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레벨업해서 칼이 4개가 됐다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696712" y="3858768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여전히 칼이 3개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4315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내가 죽었다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5696712" y="4315968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멀쩡하게 서 있다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46634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5010912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알려줄지 정하는 기준은 하나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" y="5468112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"이걸 모르면 두 사람이 다른 게임을 하게 되는가?" — 칼 회전 각도는 몰라도 된다. 양쪽이 같은 규칙으로 돌리면 알아서 같아진다.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서버 · 클라이언트 · 호스트.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우리는 호스트 방식이다 — 심판 겸 선수.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단어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136392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하는 일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622792" y="192024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비유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서버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3136392" y="2487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판정한다. 몬스터를 만든다. 진짜를 갖고 있다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22792" y="2487168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80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90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클라이언트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136392" y="29900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입력을 보내고, 받은 걸 보여준다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22792" y="2990088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3832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493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호스트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3136392" y="34930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+ 클라이언트를 겸한다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622792" y="3493008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심판 겸 선수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8862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" y="4251960"/>
            <a:ext cx="10673791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4984" y="4453128"/>
            <a:ext cx="10161727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전용 서버 ]                        [ 호스트 방식 ]  ← 우리 것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서버 (아무도 안 함)                호스트 = A (심판 겸 선수)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↙        ↘                              ↕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클라A       클라B                        클라B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58952" y="603046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그래서 호스트가 게임을 끄면 다 끝난다 — '방장이 나가서 터졌다' 가 이것이다.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진짜는 하나뿐이다.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몬스터 체력 10, 둘이 동시에 3씩 때렸다 — 누가 계산하나?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방식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416552" y="1920240"/>
            <a:ext cx="7013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무슨 일이 나나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각자 계산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416552" y="2487168"/>
            <a:ext cx="701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화면 7, 친구 화면 7 — 둘 다 틀렸다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80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각자 계산 (순서가 다르면)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2990088"/>
            <a:ext cx="701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화면 4, 친구 화면 7 — 둘이 다르다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3832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493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서버가 계산하고 알려준다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416552" y="3493008"/>
            <a:ext cx="701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다 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8862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4251960"/>
            <a:ext cx="10673791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4984" y="4453128"/>
            <a:ext cx="10161727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서버 (진짜 값)          진짜 값은 서버에만 있다.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몬스터 체력 = 4            내 화면에 보이는 건 사본이다.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┌────┴────┐               사본은 잠깐 틀릴 수 있다.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         ↓                그래도 금방 맞춰진다 —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내 화면    친구 화면           진짜가 하나뿐이니까.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623620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권한(authority) = "이 값은 누구 말이 맞는가"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기본은 서버. 예외가 각자.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우리 게임을 나눠본다.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서버 것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276856"/>
            <a:ext cx="57607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441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 생성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2441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그러면 두 배로 나온다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770632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 체력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동시에 때리면 꼬인다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209544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319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젬 획득 판정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3502152" y="3319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둘이 동시에 먹으면 안 된다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648456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758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플레이어 체력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37581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죽었는지를 둘 다 알아야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4087368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41970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경험치 · 레벨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3502152" y="41970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협동은 경험치를 공유한다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4526280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각자 것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66560" y="2276856"/>
            <a:ext cx="4663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2441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칼 회전 각도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2441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규칙이면 같아진다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66560" y="2770632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흔들림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화면 연출이다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6560" y="3209544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66560" y="3319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죽음 이펙트</a:t>
            </a:r>
            <a:endParaRPr lang="en-US" sz="1550" dirty="0"/>
          </a:p>
        </p:txBody>
      </p:sp>
      <p:sp>
        <p:nvSpPr>
          <p:cNvPr id="34" name="Text 32"/>
          <p:cNvSpPr txBox="1"/>
          <p:nvPr/>
        </p:nvSpPr>
        <p:spPr>
          <a:xfrm>
            <a:off x="9052560" y="3319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위치만 맞으면 된다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66560" y="3648456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66560" y="37581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버튼 하이라이트</a:t>
            </a:r>
            <a:endParaRPr lang="en-US" sz="1550" dirty="0"/>
          </a:p>
        </p:txBody>
      </p:sp>
      <p:sp>
        <p:nvSpPr>
          <p:cNvPr id="37" name="Text 35"/>
          <p:cNvSpPr txBox="1"/>
          <p:nvPr/>
        </p:nvSpPr>
        <p:spPr>
          <a:xfrm>
            <a:off x="9052560" y="37581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완전히 내 화면 일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66560" y="4087368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8952" y="491032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캐릭터 위치만 예외 — 소유자 권한을 쓴다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758952" y="53675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서버가 움직여주면 안전하지만 반응이 느리다. 친구랑 하는 게임에 치트를 쓸 사람도 없고, 반응이 느리면 재미가 없다.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 코드는 이미 준비돼 있다.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14주차에 '왜 이렇게 나눠요?' 하던 것의 답.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221992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해뒀나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159752" y="1920240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그래서 지금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221992" y="2487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입력 읽는 곳과 움직이는 곳을 분리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7159752" y="2487168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114회차에 한 줄이면 끝난다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80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900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221992" y="2990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스폰은 매니저 한 곳에서만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7159752" y="2990088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117회차에 한 줄이면 끝난다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3832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493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221992" y="34930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카메라가 목록의 중심을 본다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7159752" y="3493008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120회차에 고칠 게 없다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38862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4270248"/>
            <a:ext cx="10673791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14984" y="4471416"/>
            <a:ext cx="1016172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(!IsOwner) return;    // 114회차 — 내 캐릭터만 내가 조종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(!IsServer) return;   // 117회차 — 몬스터는 호스트만 만든다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몬스터를 여기저기서 만들었다면 오늘 표의 절반을 다 뜯어고쳐야 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패키지 6개를 한 번에 깐다.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나중에 또 깔면 또 재시작해야 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패키지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330952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버전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976872" y="1920240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87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Netcode for GameObjects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330952" y="2487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2.13.2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76872" y="2487168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본체. 동기화를 해준다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798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07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Multiplayer Play Mode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330952" y="29077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3.0.0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976872" y="2907792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에디터 하나로 2인 테스트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2186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3284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Multiplayer Tools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330952" y="33284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2.2.11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76872" y="3328416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프로파일러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63931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Services Core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5330952" y="3749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1.18.0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6872" y="3749040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둘의 바탕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05993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1696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Authentication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5330952" y="41696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3.8.0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76872" y="4169664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Relay 를 쓰려면 필요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" y="44805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4590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Relay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5330952" y="4590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1.2.0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976872" y="4590288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인터넷 접속 (124회차)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" y="490118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8952" y="523036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뒤의 셋은 25주차에 쓴다. 그래도 지금 같이 깐다.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758952" y="568756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Unity 6.6(6000.6.3f1) 기준 버전이다. 설치는 하나씩 끝나고 다음 걸 한다. 인터넷이 느리면 5분 이상 걸린다 — 중간에 유니티를 끄지 않는다.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설치 후 유니티를 껐다 켠다.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안 그러면 '깔았는데 안 보이는' 상태가 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강사가 실제로 겪은 것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설치 직후 :  Window → Multiplayer  메뉴가 없다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Multiplayer Play Mode 창을 열 수가 없다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재시작 후 :  메뉴가 생긴다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11480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Multiplayer Play Mode 는 에디터가 켜질 때 등록된다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572000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Unity 6 에서 이 패키지는 문서만 들어 있고 기능은 에디터에 내장돼 있다. 그래서 '설치했는데 패키지 폴더에 코드가 없다' 고 놀라지 않아도 된다.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" y="5266944"/>
            <a:ext cx="10673791" cy="749808"/>
          </a:xfrm>
          <a:prstGeom prst="roundRect">
            <a:avLst>
              <a:gd name="adj" fmla="val 20366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5266944"/>
            <a:ext cx="100519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Game.unity 는 22~23주차 내내 안 건드린다. 연습 씬에서만 작업한다.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NetworkObject 는 이름표다.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"이건 네트워크가 관리할 물건이다" 라는 표시.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NetworkPlayer 프리팹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22576"/>
            <a:ext cx="57607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Sprite Renderer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2487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UI_Bar · Player 레이어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907792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Transform Scale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438144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547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Network Object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3502152" y="3547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오늘의 주인공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968496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1920240"/>
            <a:ext cx="4663440" cy="3127248"/>
          </a:xfrm>
          <a:prstGeom prst="roundRect">
            <a:avLst>
              <a:gd name="adj" fmla="val 731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0" descr="D:\Github\WaveBreaker\docs\04_배포자료\슬라이드\shots2\final\109_FirstConn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121408"/>
            <a:ext cx="4261104" cy="224942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967728" y="4443984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— 호스트 · 내 번호 0 · 접속자 1명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758952" y="4443984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Player Prefab 칸에 넣으면 유니티가 알아서 만들어 준다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758952" y="4901184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누가 접속하면 이 프리팹이 하나 생긴다. 우리가 코드로 안 만든다. 여기가 비어 있으면 접속은 되는데 캐릭터가 안 생긴다 — 109회차 1등 사고다.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Start 가 아니라 OnNetworkSpawn 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그때는 아직 주인이 안 정해져 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10673791" cy="2624328"/>
          </a:xfrm>
          <a:prstGeom prst="roundRect">
            <a:avLst>
              <a:gd name="adj" fmla="val 5819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75688"/>
            <a:ext cx="10161727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NetworkPlayerTag : NetworkBehaviour   // MonoBehaviour 아님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override void OnNetworkSpawn()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sprite.color = colors[OwnerClientId % (ulong)colors.Length];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Debug.Log($"[{(IsServer ? "호스트" : "클라이언트")}] 플레이어 등장 — " +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$"소유자 {OwnerClientId}  내 것인가 = {IsOwner}");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773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함수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867912" y="4773168"/>
            <a:ext cx="7562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도는가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517550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53400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Awake · Start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867912" y="5340096"/>
            <a:ext cx="7562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오브젝트가 생길 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56875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7972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OnNetworkSpawn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67912" y="5797296"/>
            <a:ext cx="7562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네트워크에 등록될 때 — 네트워크 값은 여기서부터 유효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61447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[호스트] 를 누른 순간.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네모 하나뿐이지만 네트워크가 도는 걸 처음 보는 순간이다.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978408"/>
          </a:xfrm>
          <a:prstGeom prst="roundRect">
            <a:avLst>
              <a:gd name="adj" fmla="val 1560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호스트 시작 = True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[호스트] 플레이어 등장 — 소유자 0  내 것인가 = True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172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확인한 것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96712" y="3172968"/>
            <a:ext cx="5733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실측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357530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37398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IsListening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696712" y="3739896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40873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41970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IsHost / IsServer / IsClient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696712" y="4197096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전부 True — 호스트니까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5445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6542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플레이어 오브젝트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696712" y="4654296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0017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1114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소유자 / Spawned / IsOwner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5696712" y="5111496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True / True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" y="54589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" y="55686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색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5568696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파랑 (0.300, 0.600, 1.000)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59161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619048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IsServer 도 True 고 IsClient 도 True 다 — 107에서 배운 '호스트는 둘을 겸한다' 가 이것이다.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가상 플레이어 — 혼자서 둘이 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에디터가 두 번째 유니티를 띄워준다.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965192" y="19202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어떻게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487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친구를 부른다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965192" y="2487168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매번 시간을 맞춰야 한다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80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90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빌드해서 두 개 실행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965192" y="2990088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고칠 때마다 다시 빌드 — 느리다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3832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493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가상 플레이어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965192" y="3493008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프로젝트를 보는 두 번째 유니티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8862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4251960"/>
            <a:ext cx="10673791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4984" y="4453128"/>
            <a:ext cx="1016172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실측 (강사 컴퓨터)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2 상태 = Launched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창 제목      = Player 2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메모리       = 3.3 GB   (메인 에디터는 3.5 GB)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582472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램 8GB 이하 학생은 대안으로 간다 — 에디터에서 호스트, 빌드한 exe 에서 클라이언트.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가상 플레이어에서는 못 하는 게 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이걸 모르면 30분을 날린다.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못 하는 것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22576"/>
            <a:ext cx="57607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487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GameObject 만들기 · 고치기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3685032" y="2487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메인에서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34640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44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Package Manager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29443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메인에서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291840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401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설정 변경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3685032" y="3401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메인에서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749040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858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씬 저장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3685032" y="38587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메인에서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4206240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0" y="1920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되는 것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2322576"/>
            <a:ext cx="4663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24871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Play / Stop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766560" y="283464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29443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Console 보기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766560" y="329184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34015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Hierarchy · Inspector 보기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6766560" y="374904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66560" y="38587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 조작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766560" y="420624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" y="459028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가상 플레이어는 '보는 창' 이다. 고치는 건 항상 메인 에디터.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758952" y="504748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코드(.cs)는 양쪽이 같은 파일을 본다. 그래서 코드를 고치면 둘 다 바뀐다. 씬과 프리팹도 같은 파일이지만 저장은 메인에서만 된다.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22주차 회고 — 화면엔 네모 하나가 전부다.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그런데 20회차짜리 구간의 바닥을 깔았다.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947672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것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879592" y="1783080"/>
            <a:ext cx="5550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새로 배운 것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18541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3500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106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47672" y="2350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멀티가 어려운가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879592" y="2350008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게임이 두 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6426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7523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947672" y="27523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호스트 · 클라이언트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879592" y="2752344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권한(authority)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04495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154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947672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패키지 설치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879592" y="3154680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NetworkManager · UnityTransport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34472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5570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109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947672" y="3557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첫 접속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5879592" y="3557016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NetworkObject · OnNetworkSpawn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384962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3959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947672" y="3959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가상 플레이어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5879592" y="3959352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MPPM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42519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4489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Game.unity 는 이번 주 내내 한 번도 안 건드렸다 — 완성작은 지난주 그대로다.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53218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주 23주차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58952" y="5687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네모가 두 개가 된다.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5468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111회차 –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57972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2인 접속 · 이동 동기화 · IsOwner.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22주차 · 게임이 두 개다</dc:title>
  <dc:subject>PptxGenJS Presentation</dc:subject>
  <dc:creator>WaveBreaker 강의</dc:creator>
  <cp:lastModifiedBy>WaveBreaker 강의</cp:lastModifiedBy>
  <cp:revision>1</cp:revision>
  <dcterms:created xsi:type="dcterms:W3CDTF">2026-10-28T20:37:18Z</dcterms:created>
  <dcterms:modified xsi:type="dcterms:W3CDTF">2026-10-28T20:37:18Z</dcterms:modified>
</cp:coreProperties>
</file>