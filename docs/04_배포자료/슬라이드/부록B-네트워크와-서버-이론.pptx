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네트워크에서 학생이 막히는 이유는 문법이 아니라 그림이 안 그려져서다. 106회차 설계 의도가 그것이고, 이 덱은 그 회차를 통째로 뒷받침한다. 유니티를 켜지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그림 하나가 Phase 9 전체의 토대다. 여기서 안 넘어가면 뒤에 나오는 IsOwner, NetworkVariable, Rpc 가 전부 외우기가 된다. 시간을 충분히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학생이 직접 채우게 하는 게 중요하다. 강사가 다 말해주면 '그렇구나' 로 끝나고, 스스로 채우면 20회차 내내 이 표를 떠올린다. 106회차 제출물이 바로 이 목록이다.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질문을 던지고 학생이 4라고 답할 때까지 기다린다. 그 다음 '그럼 누가 그 4를 계산하죠' 를 묻는 순간 서버가 필요한 이유가 스스로 나온다. 정의를 먼저 말하지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'사본은 틀릴 수 있다' 를 반드시 말해준다. 113회차에서 캐릭터가 순간이동하는 걸 볼 때 이 문장이 회수된다. 네트워크 게임에서 화면이 잠깐 어긋나는 건 버그가 아니라 구조다.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②는 친구끼리 하는 게임에서는 덜 중요하다. 그래서 우리는 캐릭터 이동만큼은 소유자 권한으로 둔다(반응 속도 우선). 그 트레이드오프는 11장에서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'전용 서버' 라는 말을 여기서 처음 쓴다. 학생이 아는 게임 이름을 하나씩 대게 하면 이해가 빠르다. 우리가 왜 이걸 못 쓰는지는 11장에서 돈 이야기로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P2P 를 '옛날 방식' 으로 소개하면 안 된다. 지금도 격투게임이나 소규모 대전에서 쓴다. 장점(지연이 짧다, 비용 0)과 단점(권한 없음, 연결 폭증)을 균형 있게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직접 계산시켜 보면 좋다. 2명일 때 차이가 없다는 점이 중요하다 — 우리 게임 규모에서는 구조 선택이 성능 문제가 아니라 권한 문제라는 뜻이다.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다 채운 뒤 '그럼 우리는 뭘 쓸까요' 를 묻는다. 학생이 '서버가 좋은데 돈이 없다' 는 결론에 스스로 도달하면 호스트 방식이 자연스럽게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단어를 여기서 한 번에 정리한다. 107회차 복습 퀴즈가 이 표에서 나온다. 호스트는 새로운 개념이 아니라 두 역할을 한 컴퓨터가 겸하는 것뿐이라는 점을 강조한다.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'기술 선택에는 조건이 따라온다' 를 처음 가르치는 자리다. 123회차의 '틀린 답이 아니라 그 상황에서 맞는 답이었다' 와 같은 태도다.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Relay 를 '서버' 라고만 부르면 학생이 판정까지 한다고 오해한다. 우체국 비유를 쓴다. 124회차 실측에서 접속 코드 RMKDHN, Relay 서버 34.180.64.245:37000 이 나왔다.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칼 회전 각도가 '각자' 인 이유를 학생에게 물어보면 좋다. 양쪽이 같은 규칙으로 돌리면 알아서 같아지기 때문이다. 안 보내도 되는 것을 찾는 게 네트워크 설계의 절반이다.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가지를 '세 번의 회수' 라고 부른다. 24주차 덱의 제목이기도 하다. 106~107회차에서 미리 예고해 두면 114·117·120에서 학생이 '아, 그거' 하고 알아본다.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9 가 통째로 실패해도 21주차 빌드로 종강한다는 말을 반드시 한 번 더 한다. 그 안심이 있어야 학생이 어려운 걸 시도한다. 105회차 백업이 그것을 위한 것이었다.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부록 B · 106–107회차 이론 보강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서버가 뭐예요?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456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코드는 한 줄도 안 칩니다. 그림만 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4434840"/>
            <a:ext cx="266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필요한가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736592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게임이 두 개라서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7400" y="4434840"/>
            <a:ext cx="266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서버-클라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427400" y="4736592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진짜가 하나뿐인 구조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95848" y="4434840"/>
            <a:ext cx="266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P2P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095848" y="4736592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모두가 모두에게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764295" y="4434840"/>
            <a:ext cx="266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것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764295" y="4736592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호스트 방식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가장 큰 오해부터 깬다.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"화면이 두 개" 가 아니라 "게임이 두 개" 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874520"/>
            <a:ext cx="5760720" cy="2418588"/>
          </a:xfrm>
          <a:prstGeom prst="roundRect">
            <a:avLst>
              <a:gd name="adj" fmla="val 631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984" y="2075688"/>
            <a:ext cx="5248656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많은 사람이 생각하는 그림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┌──────────────┐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게임 하나   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└──────┬───────┘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┌────┴────┐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화면 A       화면 B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틀렸다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766560" y="1874520"/>
            <a:ext cx="4663440" cy="2418588"/>
          </a:xfrm>
          <a:prstGeom prst="roundRect">
            <a:avLst>
              <a:gd name="adj" fmla="val 631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22592" y="2075688"/>
            <a:ext cx="4151376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실제 그림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내 컴퓨터      친구 컴퓨터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┌────────┐    ┌────────┐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게임 1개│    │ 게임 1개│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(완전한)│←→ │ (완전한)│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└────────┘    └────────┘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각자 따로 돈다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5491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몬스터와 친구 몬스터는 다른 물건이다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500634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같은 코드로 만들어졌을 뿐, 서로 아무 상관이 없는 두 오브젝트다. 그래서 일일이 알려줘야 한다.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알려주면 이렇게 된다.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학생에게 물어가며 채운다.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게임에서 일어난 일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879592" y="1965960"/>
            <a:ext cx="5550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친구 화면에서는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5328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내가 오른쪽으로 걸었다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879592" y="2532888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제자리에 서 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" y="28620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몬스터를 잡았다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879592" y="2971800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몬스터가 아직 살아 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30098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410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젬을 먹었다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879592" y="3410712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젬이 바닥에 그대로 있다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73989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8496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레벨업해서 칼이 4개가 됐다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5879592" y="3849624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여전히 칼이 3개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417880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42885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내가 죽었다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879592" y="4288536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멀쩡하게 서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6177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91032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네트워크 코드의 정체는 이것뿐이다 — "무엇을, 누구에게, 언제 알려줄까"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그럼 각자 계산하면 되지 않나?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안 된다. 답이 갈린다.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920240"/>
            <a:ext cx="10673791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984" y="2121408"/>
            <a:ext cx="1016172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몬스터 체력이 10이다.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3을 때렸고, 친구도 거의 동시에 3을 때렸다.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몬스터 체력은 얼마인가?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584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방식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050792" y="3584448"/>
            <a:ext cx="7379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무슨 일이 나나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398678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41513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각자 계산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050792" y="4151376"/>
            <a:ext cx="7379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화면 7, 친구 화면 7 — 둘 다 틀렸다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451713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6268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각자 계산 (순서가 다르면)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050792" y="4626864"/>
            <a:ext cx="7379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화면 4, 친구 화면 7 — 둘이 다르다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49926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51023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누군가 한 명이 계산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050792" y="5102352"/>
            <a:ext cx="7379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둘 다 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546811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576072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계산할 사람을 정해야 한다. 그 역할이 서버다.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 = 진짜 값을 갖고 있는 쪽.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내 화면에 보이는 건 서버가 알려준 사본이다.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874520"/>
            <a:ext cx="5760720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984" y="2075688"/>
            <a:ext cx="5248656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서버 (진짜 값)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몬스터 체력 = 4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┌────┴────┐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         ↓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내 화면    친구 화면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4 (사본)   4 (사본)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구분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어디에 있나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66560" y="2276856"/>
            <a:ext cx="4663440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2441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진짜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2441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서버에 하나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278892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2898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사본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2898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화면에 하나씩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324612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3355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틀릴 수 있나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3355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사본은 잠깐 틀린다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370332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3813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곧 맞나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3813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맞는다. 진짜가 하나니까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416052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54456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이걸 권한(authority) 이라고 한다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5001768"/>
            <a:ext cx="106737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"이 값은 누구 말이 맞는가" 를 정해두는 것. 인터넷이 느리면 사본이 잠깐 옛날 값을 보여주지만, 진짜가 하나뿐이라 금방 맞춰진다.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서버가 있어서 좋은 점 네 가지.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"그냥 서로 알려주면 안 되나" 에 대한 답이다.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867912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없으면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525512" y="192024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있으면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값이 일치한다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867912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화면마다 체력이 다르다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25512" y="248716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 같은 값을 본다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44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부정을 막는다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867912" y="2944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 체력 999" 를 우겨도 통한다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25512" y="294436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서버가 안 받아준다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291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401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다툼을 정리한다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867912" y="3401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젬 하나를 둘이 먹는다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340156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닿은 한 명만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749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858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끊겨도 남는다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3867912" y="3858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나가면 그 사람 정보가 사라진다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25512" y="385876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서버가 갖고 있다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457200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③이 협동 게임에서 제일 자주 터진다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5029200"/>
            <a:ext cx="106737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젬 하나를 둘이 동시에 먹으면 경험치가 두 배로 들어간다. 우리 게임은 118회차에서 서버가 단독으로 판정하게 만들어 이걸 막는다.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 ① 서버 – 클라이언트.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가운데 한 명이 있고, 나머지는 그 한 명하고만 이야기한다.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874520"/>
            <a:ext cx="576072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984" y="2075688"/>
            <a:ext cx="524865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┌────────┐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│  서버   │   진짜 값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└───┬────┘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┌─────┬───┴───┬─────┐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     ↓       ↓     ↓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클라A  클라B   클라C  클라D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클라끼리는 직접 말하지 않는다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 – 클라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66560" y="2276856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2441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연결 수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2441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수만큼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278892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2898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진짜 값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2898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서버에 하나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324612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3355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누가 판정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3355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370332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3813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3813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롤 · 오버워치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416052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54456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회사가 서버 컴퓨터를 따로 둔다 — 전용 서버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5001768"/>
            <a:ext cx="106737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24시간 켜져 있고, 아무도 그 컴퓨터로 게임을 하지 않는다. 심판만 하는 사람이 따로 있는 셈이다. 대신 서버 비용이 든다.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 ② P2P — 모두가 모두에게.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Peer to Peer. 가운데가 없다.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874520"/>
            <a:ext cx="576072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984" y="2075688"/>
            <a:ext cx="524865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 ──────── B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╲    ╱  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 ╳     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╱    ╲  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 ──────── D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A-B   A-C   A-D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B-C   B-D   C-D     = 6개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P2P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66560" y="2276856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2441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연결 수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2441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n(n-1)/2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278892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2898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진짜 값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2898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정해져 있지 않다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324612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3355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누가 판정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3355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합의하거나 각자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370332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3813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 비용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3813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416052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54456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돈이 안 든다. 대신 "누구 말이 맞는가" 가 없다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5001768"/>
            <a:ext cx="106737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4장의 몬스터 체력 문제가 그대로 남는다. 부정도 막기 어렵다 — 아무도 심판이 아니니까.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P2P 는 사람이 늘면 연결이 폭발한다.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n(n-1)/2 — 사람 수의 제곱에 가깝게 는다.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사람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77063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서버-클라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51383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P2P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57032" y="1965960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2명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70632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2개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513832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57032" y="2532888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차이가 없다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90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4명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770632" y="2990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4개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513832" y="2990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57032" y="2990088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슬슬 벌어진다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33375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3447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8명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770632" y="3447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8개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513832" y="3447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28개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57032" y="3447288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3배 넘는다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37947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39044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16명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770632" y="3904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16개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513832" y="3904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120개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57032" y="3904488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감당이 안 된다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" y="42519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" y="463600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 연결마다 내 정보를 따로 보내야 한다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" y="5093208"/>
            <a:ext cx="106737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8명이면 내가 한 번 움직일 때 7명에게 각각 보낸다. 서버-클라라면 서버 한 곳에만 보내면 된다.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5742432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게임은 2인 협동이다 — 그래서 이 차이가 문제가 되지 않는다.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 구조를 나란히 놓는다.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어느 쪽이 좋다가 아니라, 무엇을 포기하느냐의 문제다.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685032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 – 클라이언트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525512" y="192024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P2P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487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진짜 값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685032" y="24871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서버에 하나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25512" y="248716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798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07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부정 막기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29077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쉽다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25512" y="2907792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어렵다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2186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3284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연결 수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685032" y="33284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수만큼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3328416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n(n-1)/2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63931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749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비용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3685032" y="3749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임대료가 든다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25512" y="3749040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405993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41696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지연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3685032" y="41696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서버를 거친다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25512" y="4169664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가서 짧다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44805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4590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명이 나가면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3685032" y="4590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나머지는 계속한다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525512" y="459028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흔들린다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" y="490118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8952" y="5193792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우리는 둘을 섞는다. 그게 다음 장의 호스트 방식이다.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 ③ 호스트 — 심판 겸 선수.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우리가 쓸 방식이다.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874520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984" y="2075688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[전용 서버 방식]                        [호스트 방식]  ← 우리 것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서버 (아무도 안 함)                 호스트 = A (심판 겸 선수)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↙        ↘                                ↕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클라A       클라B                          클라B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7444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단어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136392" y="37444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하는 일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074152" y="374446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비유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414680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43113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서버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136392" y="43113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판정한다 · 몬스터를 만든다 · 진짜를 갖고 있다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74152" y="4311396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6588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7685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클라이언트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136392" y="47685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입력을 보내고, 받은 걸 보여준다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74152" y="4768596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51160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52257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호스트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136392" y="52257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+ 클라이언트를 겸한다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074152" y="5225796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심판 겸 선수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55732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584758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서버 컴퓨터를 빌릴 돈이 없다. 그래서 둘 중 한 명이 심판을 겸한다.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공짜는 아니다 — 호스트의 대가.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"방장이 나가서 게임이 터졌다" 가 이것이다.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대가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050792" y="1965960"/>
            <a:ext cx="7379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무슨 일이 나나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5328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호스트가 끄면 끝난다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4050792" y="2532888"/>
            <a:ext cx="7379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심판이 사라진다. 남은 사람도 게임이 종료된다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" y="29260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3035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호스트가 조금 유리하다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050792" y="3035808"/>
            <a:ext cx="7379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 컴퓨터가 서버라 지연이 0이다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4290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5387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호스트 컴퓨터가 더 힘들다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050792" y="3538728"/>
            <a:ext cx="7379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판정과 게임을 동시에 한다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9319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31596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그래도 우리에겐 이게 맞다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" y="4773168"/>
            <a:ext cx="106737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2인 협동이고, 친구끼리 하고, 서버 비용이 0원이어야 한다. 상용 게임이라면 전용 서버로 갔을 것이다 — 조건이 다르면 답도 다르다.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그런데 애초에 연결이 안 된다.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공유기가 밖에서 들어오는 연결을 막는다.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920240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984" y="2121408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[직접 연결]  내 컴퓨터 ──?── 공유기 ──?── 공유기 ──?── 친구 컴퓨터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막혀 있다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[Relay]      내 컴퓨터 ────▶ 유니티 서버 ◀──── 친구 컴퓨터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둘 다 "나가는" 연결이라 막히지 않는다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7901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050792" y="3790188"/>
            <a:ext cx="7379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Relay 가 하는 일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419252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43571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판정한다?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050792" y="4357116"/>
            <a:ext cx="7379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 아니다. 판정은 여전히 호스트가 한다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47045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8143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짐만 옮긴다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050792" y="4814316"/>
            <a:ext cx="7379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우체국이다. 내용은 안 본다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51617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52715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필요한 것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050792" y="5271516"/>
            <a:ext cx="7379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6자리 접속 코드 하나 (124회차)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56189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589330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전용 서버가 아니라 중계 서버다. 이 둘을 헷갈리면 안 된다.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게임을 나눠본다.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기본은 서버, 예외가 각자.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867912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누구 것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58952" y="2185416"/>
            <a:ext cx="57607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350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 생성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3867912" y="2350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" y="2642616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752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 위치 · 체력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867912" y="2752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044952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젬 생성 · 획득 판정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867912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447288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5570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플레이어 체력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867912" y="35570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3849624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3959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경험치 · 레벨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3867912" y="3959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25196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누구 것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66560" y="2185416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2350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캐릭터 위치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350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소유자(나)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2642616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0" y="27523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칼 회전 각도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27523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66560" y="3044952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6656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흔들림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66560" y="3447288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66560" y="35570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죽음 이펙트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9235440" y="35570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66560" y="3849624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66560" y="3959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버튼 하이라이트</a:t>
            </a:r>
            <a:endParaRPr lang="en-US" sz="1550" dirty="0"/>
          </a:p>
        </p:txBody>
      </p:sp>
      <p:sp>
        <p:nvSpPr>
          <p:cNvPr id="38" name="Text 36"/>
          <p:cNvSpPr txBox="1"/>
          <p:nvPr/>
        </p:nvSpPr>
        <p:spPr>
          <a:xfrm>
            <a:off x="9235440" y="3959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766560" y="425196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" y="461772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캐릭터만 예외인 이유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" y="5074920"/>
            <a:ext cx="106737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입력을 서버에 보내고 답을 기다리면 조작이 느려진다. 친구끼리 하는 게임에 치트를 쓸 사람도 없으니 반응 속도를 택했다 — 114회차 IsOwner 가 그것이다.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코드는 이미 준비돼 있다.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설계는 지금 편하려고가 아니라 나중에 안 무너지려고 한다.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920240"/>
            <a:ext cx="10673791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984" y="2121408"/>
            <a:ext cx="10161727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067회차 · 입력 읽는 곳과 움직이는 곳을 분리했다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114회차에  if (!IsOwner) return;   한 줄이면 끝난다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073회차 · 스폰은 매니저 한 곳에서만 했다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117회차에  if (!IsServer) return;  두 줄이면 끝난다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095회차 · 카메라가 "목록의 중심" 을 따라가게 했다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120회차에  여섯 줄이면 협동 카메라가 된다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438912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몬스터를 여기저기서 만들었다면 절반을 뜯어고쳐야 했다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84632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네트워크가 어려운 진짜 이유는 문법이 아니라, 준비 안 된 코드를 뜯어고치는 일이 크기 때문이다.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코드는 한 줄도 안 쳤다.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그래도 Phase 9 의 절반은 지나간 것이다.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주차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593592" y="1783080"/>
            <a:ext cx="7836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하는 것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18541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350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30552" y="2350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106–110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350008"/>
            <a:ext cx="7836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개념 · 설치 · 첫 접속 · 가상 플레이어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58952" y="26974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807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30552" y="2807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111–115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807208"/>
            <a:ext cx="7836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2인 접속 · 이동 동기화 · IsOwner · NetworkVariable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8952" y="31546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2644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30552" y="3264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116–120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93592" y="3264408"/>
            <a:ext cx="7836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Rpc · 서버 스폰 · 젬 · 피격 · 협동 카메라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8952" y="36118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721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130552" y="3721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121–125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593592" y="3721608"/>
            <a:ext cx="7836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줌 · 부활 · 시간 정지 · Relay · 모드 통합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58952" y="40690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53218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외울 것은 하나뿐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게임이 두 개다.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5468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안전망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579729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Phase 8 완성본이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이미 백업돼 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부록 B · 네트워크와 서버 이론</dc:title>
  <dc:subject>PptxGenJS Presentation</dc:subject>
  <dc:creator>WaveBreaker 강의</dc:creator>
  <cp:lastModifiedBy>WaveBreaker 강의</cp:lastModifiedBy>
  <cp:revision>1</cp:revision>
  <dcterms:created xsi:type="dcterms:W3CDTF">2026-09-03T09:03:55Z</dcterms:created>
  <dcterms:modified xsi:type="dcterms:W3CDTF">2026-09-03T09:03:55Z</dcterms:modified>
</cp:coreProperties>
</file>