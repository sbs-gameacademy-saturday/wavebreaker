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진도가 밀리면 ①②를 잘라서라도 ③은 완주시킨다. 14주차 본 프로젝트가 여기서 그대로 이어진다. 3개 시키려다 0개가 되는 게 최악이다.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Invoke, nameof, yield break, FindWithTag, transform.up 대입. 나머지는 전부 배운 것의 새 쓰임이다.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Phase 에서 세 번째로 나오는 패턴이다. 여기서 못을 박으면 본 프로젝트에서 학생이 스스로 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이건 실제로 구현하다 발견해서 고친 버그다. 학생에게 '만들다 보면 이런 게 나온다' 를 보여주는 자리로 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Invoke 와 코루틴 중 뭘 쓸지는 취향이 아니라 크기의 문제다. 한 번 기다리면 Invoke, 반복하거나 중간에 여러 번 쉬면 코루틴.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아무것도 못 정하는 학생에게는 강사가 골라준다. 너무 크게 잡는 학생에게는 그 자리에서 범위를 잘라준다. 망설이게 두면 50분을 헤맨다.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15분짜리 최소 코스도 준비해 둔다 — rows·columns 를 바꾸고, 공 속도를 올리고, 패들을 줄인다. 숫자 세 개로도 난이도를 바꿨으면 그것도 개조다.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1회차 오리엔테이션에서 보여준 완성작 시연 화면을 다시 띄운다. 학생이 3개월 만에 그 게임의 축소판을 만든다는 걸 느끼는 자리다.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Tag 를 두 가지로 쓴다는 게 오늘의 포인트다. 044에서는 부딪힌 상대를 골라냈고, 오늘은 씬에서 찾는다.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일부러 순서를 뒤집어 도망가게 해본다. 그 그림을 다 같이 보면 뺄셈 순서가 굳는다.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도전 미션: Vector2.Distance 자리에 체력을 넣으면 '체력이 가장 낮은 적' 을 노린다. 비교 기준만 바꾸면 되는 구조라는 걸 깨닫는 학생이 나온다.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continue 는 3주차 반복문에서 배웠다. 적이 없을 때 그냥 건너뛰는 게 자연스럽다.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SpeedUp 이 public 인 이유: 매니저가 스포너를 밖에서 부른다. 050의 TakeDamage 와 같은 판단이다.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못 채우는 학생이 있으면 057·060 매니저를 옆에 띄워준다. 세 번 같은 구조를 봤으면 본 프로젝트에서 스스로 만든다.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3개 중 하나가 미완성이면 ③번만이라도 완주시킨다. 3개 다 미완성이면 스냅샷을 배포하고 ③번에 집중한다.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 한마디: 3개월 전에는 콘솔에 글자만 찍었습니다. 앞으로 5개월이면 뭘 만들 수 있을지 생각해보세요.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19659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13주차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2377440"/>
            <a:ext cx="9144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세 번째, 그리고 본편.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356616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미니게임 ③ 은 연습이 아니다. 7개월짜리 게임의 축소판이다.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720840" y="1371600"/>
            <a:ext cx="4572000" cy="2560320"/>
          </a:xfrm>
          <a:prstGeom prst="roundRect">
            <a:avLst>
              <a:gd name="adj" fmla="val 8929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C:\Users\user\Github\WaveBreaker\docs\04_배포자료\슬라이드\shots2\final\061_Breakout_H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2008" y="1572768"/>
            <a:ext cx="4169664" cy="21579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89320" y="3337560"/>
            <a:ext cx="4572000" cy="2560320"/>
          </a:xfrm>
          <a:prstGeom prst="roundRect">
            <a:avLst>
              <a:gd name="adj" fmla="val 8929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8" name="Image 1" descr="C:\Users\user\Github\WaveBreaker\docs\04_배포자료\슬라이드\shots2\final\065_Surviv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0488" y="3538728"/>
            <a:ext cx="4169664" cy="215798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58952" y="5120640"/>
            <a:ext cx="310896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58952" y="5285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061 – 065회차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758952" y="55961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마무리 · 웨이브 브레이커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이번 주 흐름.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②를 끝내고, ③을 만들고, 셋 다 시연한다.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58952" y="2011680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58952" y="221284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627632" y="2212848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벽돌깨기 — 목숨과 점수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6336792" y="2212848"/>
            <a:ext cx="509595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Invoke · nameof · 상태 표시 세 번째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58952" y="2798064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" y="299923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627632" y="2999232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벽돌깨기 — 개조와 시연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6336792" y="2999232"/>
            <a:ext cx="509595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강사는 가르치지 않고 순회만 한다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8952" y="358444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8952" y="3785616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627632" y="3785616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생존 슈팅 — 쫓아오는 적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6336792" y="3785616"/>
            <a:ext cx="509595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FindWithTag · 방향은 빼기로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8952" y="4370832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" y="457200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627632" y="4572000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생존 슈팅 — 자동 발사와 웨이브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6336792" y="4572000"/>
            <a:ext cx="509595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최솟값 찾기 · transform.up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8952" y="5157216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8952" y="5358384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065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627632" y="5358384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3종 시연 + Phase 4 마무리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6336792" y="5358384"/>
            <a:ext cx="509595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번째 매니저는 학생이 채운다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58952" y="594360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58952" y="6263640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새로 배우는 문법은 다섯 개뿐이다.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061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상태를 표시로 남긴다 — 세 번째.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패턴이 보이면 그건 이제 도구다.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65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회차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2404872" y="1965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표시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330952" y="1965960"/>
            <a:ext cx="6099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막는 것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58952" y="236829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" y="25328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057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404872" y="25328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isGameOver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330952" y="2532888"/>
            <a:ext cx="6099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게임오버가 매 프레임 불리는 것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58952" y="3044952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3154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060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404872" y="3154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isOver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330952" y="3154680"/>
            <a:ext cx="6099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클리어와 게임오버가 겹치는 것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58952" y="3666744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37764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061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404872" y="37764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isRespawning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330952" y="3776472"/>
            <a:ext cx="6099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목숨이 한 번에 다 깎이는 것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758952" y="4288536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8952" y="4718304"/>
            <a:ext cx="6400800" cy="1801368"/>
          </a:xfrm>
          <a:prstGeom prst="roundRect">
            <a:avLst>
              <a:gd name="adj" fmla="val 8477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14984" y="4919472"/>
            <a:ext cx="5888736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(isRespawning) return;            // 이 줄이 없으면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(ball == null)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lives--;                         // 매 프레임 깎인다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543800" y="4718304"/>
            <a:ext cx="3888943" cy="1828800"/>
          </a:xfrm>
          <a:prstGeom prst="roundRect">
            <a:avLst>
              <a:gd name="adj" fmla="val 12500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909560" y="4992624"/>
            <a:ext cx="315742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공이 없는 동안 Update 는 계속 돈다.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7909560" y="5815584"/>
            <a:ext cx="315742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ADADAD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1초 뒤에 다시 만들 거라고 예약해 놓고, 그 동안 이 블록을 건너뛰게 막아야 한다.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061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051에서 배운 그 줄이, 없으면 값이 틀린다.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yield return null 이 실제로 필요한 첫 자리다.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6400800" cy="1595628"/>
          </a:xfrm>
          <a:prstGeom prst="roundRect">
            <a:avLst>
              <a:gd name="adj" fmla="val 957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67128"/>
            <a:ext cx="5888736" cy="1193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yield return null;                   // 한 프레임 기다린다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lastBrickCount = FindGameObjectsWithTag("Brick").Length;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(true) { ... }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3881628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왜 한 프레임을 기다리나.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4338828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Start 실행 순서는 유니티가 정한다. 이 시점에는 BrickSpawner.Start 가 아직 안 돌았을 수 있어 블록이 0개로 세어진다. 한 프레임 뒤면 그 프레임의 Start 가 전부 끝나 있다.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965960"/>
            <a:ext cx="38889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실측 — 061_Lives_Done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7543800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9372600" y="2331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블록 : 점수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543800" y="2734056"/>
            <a:ext cx="3888943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43800" y="28986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수정 전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372600" y="28986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11개 : 100점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543800" y="3355848"/>
            <a:ext cx="388894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43800" y="346557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수정 후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372600" y="346557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1개 : 10점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543800" y="3922776"/>
            <a:ext cx="388894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43800" y="4306824"/>
            <a:ext cx="388894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0.5초를 기다렸다 세면 그 사이에 깨진 블록이 점수에 안 잡힌다.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8952" y="6172200"/>
            <a:ext cx="3657600" cy="329184"/>
          </a:xfrm>
          <a:prstGeom prst="roundRect">
            <a:avLst>
              <a:gd name="adj" fmla="val 50000"/>
            </a:avLst>
          </a:prstGeom>
          <a:solidFill>
            <a:srgbClr val="0066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8952" y="617220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051에서는 "이런 것도 있다" 였다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4736592" y="617220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배운 게 나중에 쓰이는 자리를 보여주는 것 — 이 커리큘럼이 계속 하는 일이다.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061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한 줄이면 되는 일에 코루틴은 과하다.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Invoke 는 코루틴의 간단한 버전이다.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5852160" cy="1389888"/>
          </a:xfrm>
          <a:prstGeom prst="roundRect">
            <a:avLst>
              <a:gd name="adj" fmla="val 10987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67128"/>
            <a:ext cx="534009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Invoke(nameof(RespawnBall), 1f);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코루틴으로 해도 된다 — 세 줄이 더 든다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yield return new WaitForSeconds(1f); RespawnBall();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36758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조각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3319272" y="36758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뜻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58952" y="4078224"/>
            <a:ext cx="585216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8952" y="424281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Invoke(메서드, 초)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319272" y="424281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몇 초 뒤에 부른다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4681728"/>
            <a:ext cx="58521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479145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nameof(...)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319272" y="479145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이름을 문자열로 바꿔준다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8952" y="5230368"/>
            <a:ext cx="58521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" y="534009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CancelInvoke()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319272" y="534009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예약을 취소한다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8952" y="5779008"/>
            <a:ext cx="58521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03720" y="1965960"/>
            <a:ext cx="4529023" cy="2011680"/>
          </a:xfrm>
          <a:prstGeom prst="roundRect">
            <a:avLst>
              <a:gd name="adj" fmla="val 11364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269480" y="2240280"/>
            <a:ext cx="379750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왜 nameof 인가.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7269480" y="2761488"/>
            <a:ext cx="3797503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269480" y="2926080"/>
            <a:ext cx="379750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ADADAD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Invoke 는 원래 문자열을 받는다. 문자열은 오타를 못 잡는다. nameof 를 쓰면 이름이 틀릴 때 컴파일 에러가 난다.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903720" y="4297680"/>
            <a:ext cx="452902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049의 CompareTag 와 같은 판단.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6903720" y="4754880"/>
            <a:ext cx="452902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틀렸을 때 알려주는 쪽을 고른다. 이 기준이 계속 나온다.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58952" y="6208776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게임오버 때 CancelInvoke() 를 안 하면 끝난 뒤에도 공이 생긴다.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062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개조 예시 7개.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두 번째 개조다. 예시 밖으로 나가는 학생이 오늘의 목표.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659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개조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513832" y="1965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난이도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885432" y="1965960"/>
            <a:ext cx="4544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어디를 만지나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58952" y="236829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" y="25328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블록 모양을 바꾼다 (삼각형·구멍)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5513832" y="253288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쉬움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885432" y="2532888"/>
            <a:ext cx="4544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BrickSpawner 의 if 하나 (058)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292608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30358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패들 크기를 바꾼다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5513832" y="30358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쉬움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885432" y="3035808"/>
            <a:ext cx="4544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Scale + limitX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342900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35387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공이 점점 빨라진다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5513832" y="35387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쉬움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885432" y="3538728"/>
            <a:ext cx="4544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블록 깰 때 speed 증가 (059)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8952" y="393192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8952" y="40416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패들 위치로 반사 각도가 바뀐다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5513832" y="40416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보통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885432" y="4041648"/>
            <a:ext cx="4544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충돌 지점 계산 (060)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58952" y="44348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58952" y="45445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튼튼한 블록 — 두 번 맞아야 깨짐</a:t>
            </a:r>
            <a:endParaRPr lang="en-US" sz="1550" dirty="0"/>
          </a:p>
        </p:txBody>
      </p:sp>
      <p:sp>
        <p:nvSpPr>
          <p:cNvPr id="27" name="Text 25"/>
          <p:cNvSpPr txBox="1"/>
          <p:nvPr/>
        </p:nvSpPr>
        <p:spPr>
          <a:xfrm>
            <a:off x="5513832" y="45445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보통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885432" y="4544568"/>
            <a:ext cx="4544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Health 의 maxHealth + 색 (049·050)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58952" y="493776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58952" y="50474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아이템이 떨어진다</a:t>
            </a:r>
            <a:endParaRPr lang="en-US" sz="1550" dirty="0"/>
          </a:p>
        </p:txBody>
      </p:sp>
      <p:sp>
        <p:nvSpPr>
          <p:cNvPr id="31" name="Text 29"/>
          <p:cNvSpPr txBox="1"/>
          <p:nvPr/>
        </p:nvSpPr>
        <p:spPr>
          <a:xfrm>
            <a:off x="5513832" y="504748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어려움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885432" y="5047488"/>
            <a:ext cx="4544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블록 사망 시 Instantiate + Trigger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58952" y="544068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58952" y="55504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스테이지 2</a:t>
            </a:r>
            <a:endParaRPr lang="en-US" sz="1550" dirty="0"/>
          </a:p>
        </p:txBody>
      </p:sp>
      <p:sp>
        <p:nvSpPr>
          <p:cNvPr id="35" name="Text 33"/>
          <p:cNvSpPr txBox="1"/>
          <p:nvPr/>
        </p:nvSpPr>
        <p:spPr>
          <a:xfrm>
            <a:off x="5513832" y="55504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어려움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885432" y="5550408"/>
            <a:ext cx="4544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클리어 시 다시 깔기 (060)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58952" y="594360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58952" y="6172200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1번이나 2번이면 오늘 통과다. 무리하지 않게 한다.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062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답을 주지 않고 되묻는다.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오늘 강사는 가르치지 않고 순회만 한다.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659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학생이 물으면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513832" y="1965960"/>
            <a:ext cx="5916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이렇게 되묻는다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58952" y="236829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" y="25328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블록을 삼각형으로 어떻게 해요?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5513832" y="2532888"/>
            <a:ext cx="5916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058에서 col 이 뭐였죠? row 로 제한하면요?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3044952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3154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아이템을 어떻게 떨어뜨려요?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5513832" y="3154680"/>
            <a:ext cx="5916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떨어지는 물건, 055에서 만들었죠. 뭐였어요?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58952" y="3666744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58952" y="37764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패들을 어떻게 키워요?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5513832" y="3776472"/>
            <a:ext cx="5916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049에서 남의 부품을 만졌잖아요. 크기는 어디 있죠?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4288536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439826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에러가 나요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5513832" y="4398264"/>
            <a:ext cx="5916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뭐라고 적혀 있어요? 읽어주세요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8952" y="491032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8952" y="4937760"/>
            <a:ext cx="10673791" cy="1371600"/>
          </a:xfrm>
          <a:prstGeom prst="roundRect">
            <a:avLst>
              <a:gd name="adj" fmla="val 16667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124712" y="5193792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마지막 줄이 제일 중요하다.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1124712" y="56692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DADAD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에러를 소리 내어 읽게 하는 것 — 이게 Phase 4 의 숨은 목표다. 대부분 답이 그 안에 있다.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063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이게 여러분이 만들 게임이다.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첫 5분에 기획서를 띄운다. 이 회차부터가 Phase 4 의 핵심이다.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65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867912" y="1965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미니게임 ③ (063–065)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7708392" y="1965960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본 프로젝트 (066–130)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58952" y="236829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" y="25328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적이 쫓아온다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867912" y="25328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있다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708392" y="2532888"/>
            <a:ext cx="3721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같다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58952" y="2935224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30449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발사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867912" y="30449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있다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708392" y="3044952"/>
            <a:ext cx="3721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같다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58952" y="344728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355701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오래 버티기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867912" y="355701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웨이브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708392" y="3557016"/>
            <a:ext cx="3721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웨이브 + 보스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758952" y="3959352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8952" y="4069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 종류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867912" y="4069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1종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708392" y="4069080"/>
            <a:ext cx="3721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3종 + 보스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758952" y="4471416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58952" y="458114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강화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3867912" y="458114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없음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708392" y="4581144"/>
            <a:ext cx="3721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업그레이드 8종</a:t>
            </a:r>
            <a:endParaRPr lang="en-US" sz="1550" dirty="0"/>
          </a:p>
        </p:txBody>
      </p:sp>
      <p:sp>
        <p:nvSpPr>
          <p:cNvPr id="29" name="Shape 27"/>
          <p:cNvSpPr/>
          <p:nvPr/>
        </p:nvSpPr>
        <p:spPr>
          <a:xfrm>
            <a:off x="758952" y="498348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58952" y="50932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인원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3867912" y="50932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혼자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708392" y="5093208"/>
            <a:ext cx="3721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2인 협동</a:t>
            </a:r>
            <a:endParaRPr lang="en-US" sz="1550" dirty="0"/>
          </a:p>
        </p:txBody>
      </p:sp>
      <p:sp>
        <p:nvSpPr>
          <p:cNvPr id="33" name="Shape 31"/>
          <p:cNvSpPr/>
          <p:nvPr/>
        </p:nvSpPr>
        <p:spPr>
          <a:xfrm>
            <a:off x="758952" y="5495544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58952" y="5532120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뼈대는 똑같다. 3주 동안 만드는 게 7개월짜리 게임의 씨앗이다.</a:t>
            </a:r>
            <a:endParaRPr lang="en-US" sz="1900" dirty="0"/>
          </a:p>
        </p:txBody>
      </p:sp>
      <p:sp>
        <p:nvSpPr>
          <p:cNvPr id="35" name="Text 33"/>
          <p:cNvSpPr txBox="1"/>
          <p:nvPr/>
        </p:nvSpPr>
        <p:spPr>
          <a:xfrm>
            <a:off x="758952" y="603504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14주차 첫 시간에 이 씬을 다시 연다. "③번 기억나죠? 그걸 제대로 만듭니다" 로 시작한다.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063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스폰된 적은 나를 모른다.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042에서는 Inspector 에 끌어다 넣었다. 그런데 적은 게임 중에 생긴다.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6400800" cy="1801368"/>
          </a:xfrm>
          <a:prstGeom prst="roundRect">
            <a:avLst>
              <a:gd name="adj" fmla="val 8477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67128"/>
            <a:ext cx="5888736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Start()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GameObject player = GameObject.FindWithTag("Player");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(player != null) target = player.transform;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40873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조각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3502152" y="4087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어디서 배웠나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58952" y="4489704"/>
            <a:ext cx="64008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8952" y="465429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FindWithTag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502152" y="465429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044의 Tag — 골라내는 대신 찾는다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5093208"/>
            <a:ext cx="640080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520293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(player != null)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502152" y="520293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049 — 못 찾을 수도 있다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8952" y="5641848"/>
            <a:ext cx="640080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43800" y="1965960"/>
            <a:ext cx="3888943" cy="2103120"/>
          </a:xfrm>
          <a:prstGeom prst="roundRect">
            <a:avLst>
              <a:gd name="adj" fmla="val 10870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909560" y="2240280"/>
            <a:ext cx="315742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Start 에서 한 번만 찾는다.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7909560" y="2761488"/>
            <a:ext cx="3157423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909560" y="2926080"/>
            <a:ext cx="315742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ADADAD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Update 에서 매 프레임 찾으면 적 200마리일 때 게임이 멈춘다. 049에서 GetComponent 를 Awake 에 넣은 것과 같은 이유다.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543800" y="4389120"/>
            <a:ext cx="388894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무거운 함수 이야기, 세 번째.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7543800" y="4846320"/>
            <a:ext cx="388894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060 클리어 판정, 063 적 찾기, 064 조준. 전부 같은 규칙이다 — 자주 부르지 않는다.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58952" y="6071616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플레이어가 죽으면 target 이 null 이 된다. 057의 그 상황이다.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063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방향은 빼기로 만든다.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좌표끼리 빼면 방향이 나온다. 오늘 제일 중요한 문장이다.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6766560" cy="1184148"/>
          </a:xfrm>
          <a:prstGeom prst="roundRect">
            <a:avLst>
              <a:gd name="adj" fmla="val 12896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67128"/>
            <a:ext cx="6254496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Vector2 dir = ((Vector2)target.position - rb.position).normalized;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rb.linearVelocity = dir * moveSpeed;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34701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조각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050792" y="34701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뜻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58952" y="3872484"/>
            <a:ext cx="676656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8952" y="403707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목표 - 나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050792" y="403707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나에서 목표로 가는 화살표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4475988"/>
            <a:ext cx="67665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458571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.normalized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050792" y="458571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방향만 (059)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8952" y="5024628"/>
            <a:ext cx="67665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" y="513435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moveSpeed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050792" y="513435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방향으로 그 속도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8952" y="5573268"/>
            <a:ext cx="67665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952" y="6003036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순서를 바꾸면 도망간다. 헷갈리면 한 번 뒤집어 본다.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7909560" y="1965960"/>
            <a:ext cx="35231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앞으로 계속 나온다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7909560" y="2331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쓰는 곳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9555480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회차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909560" y="2734056"/>
            <a:ext cx="3523183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909560" y="289864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적이 쫓아오기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555480" y="28986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063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909560" y="3319272"/>
            <a:ext cx="352318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909560" y="3429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총알이 적을 향해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9555480" y="3429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909560" y="3849624"/>
            <a:ext cx="352318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909560" y="395935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카메라 따라가기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9555480" y="39593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5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909560" y="4379976"/>
            <a:ext cx="352318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909560" y="448970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아이템이 끌려오기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9555480" y="44897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6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909560" y="4910328"/>
            <a:ext cx="352318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064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4주차 최솟값 찾기 그대로다.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비교하는 게 숫자가 아니라 거리라는 것만 다르다.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5394960" cy="1801368"/>
          </a:xfrm>
          <a:prstGeom prst="roundRect">
            <a:avLst>
              <a:gd name="adj" fmla="val 8477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67128"/>
            <a:ext cx="4882896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4주차 · 콘솔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min = scores[0];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1; i &lt; n; i++)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(scores[i] &lt; min)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min = scores[i];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46520" y="1965960"/>
            <a:ext cx="4986223" cy="1801368"/>
          </a:xfrm>
          <a:prstGeom prst="roundRect">
            <a:avLst>
              <a:gd name="adj" fmla="val 8477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702552" y="2167128"/>
            <a:ext cx="4474159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064회차 · 유니티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minDistance = float.MaxValue;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 (GameObject e in enemies)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(d &lt; minDistance)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minDistance = d; nearest = e.transform; }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8952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콘솔 (4주차)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416552" y="3794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유니티 (오늘)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8257032" y="3794760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58952" y="419709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43616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min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416552" y="43616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minDistance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57032" y="4361688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비교할 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4782312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4892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scores[i]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416552" y="4892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Vector2.Distance(나, 적)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257032" y="4892040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거리로 바뀌었다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8952" y="5312664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8952" y="54223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값만 기록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416552" y="54223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누구였는지도 기록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257032" y="5422392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nearest 가 추가됐다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58952" y="5843016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58952" y="6227064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float.MaxValue 로 시작하는 이유 — 첫 적이 무조건 이기게 하려고.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064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방향 벡터를 그냥 대입한다.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Quaternion 계산 없이 유니티가 회전을 만들어 준다.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6583680" cy="2212848"/>
          </a:xfrm>
          <a:prstGeom prst="roundRect">
            <a:avLst>
              <a:gd name="adj" fmla="val 6901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67128"/>
            <a:ext cx="6071616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 target = FindNearestEnemy();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(target == null) continue;        // 적이 없으면 이번 바퀴는 건너뛴다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GameObject bullet =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Instantiate(bulletPrefab, firePoint.position, Quaternion.identity);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bullet.transform.up = dir;           // 047의 Bullet 은 up 방향으로 날아간다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4498848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총알은 047~050에서 만든 그 Bullet 이다.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4956048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055에서는 targetTag 를 Player 로 바꿔 낙하물로 썼다. 오늘은 다시 총알로 쓴다 — 한 스크립트를 세 번째 쓰는 것이다.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26680" y="1965960"/>
            <a:ext cx="3706063" cy="2103120"/>
          </a:xfrm>
          <a:prstGeom prst="roundRect">
            <a:avLst>
              <a:gd name="adj" fmla="val 10870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92440" y="2240280"/>
            <a:ext cx="297454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만들고 → 돌린다.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092440" y="2761488"/>
            <a:ext cx="2974543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92440" y="2926080"/>
            <a:ext cx="297454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ADADAD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Instantiate 할 때 회전을 넣어도 되지만, 두 줄로 나누는 쪽이 읽기 쉽다.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726680" y="4389120"/>
            <a:ext cx="370606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 회차 사고 1등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7726680" y="4846320"/>
            <a:ext cx="37060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transform.up 대입을 빼먹으면 총알이 전부 위로만 간다.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064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시간이 지나면 어려워진다.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이게 웨이브다. Phase 6 웨이브 매니저의 원형이다.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6400800" cy="1389888"/>
          </a:xfrm>
          <a:prstGeom prst="roundRect">
            <a:avLst>
              <a:gd name="adj" fmla="val 10987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67128"/>
            <a:ext cx="58887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SpeedUp(float step, float min)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spawnInterval = Mathf.Max(spawnInterval - step, min);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36758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시간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2221992" y="36758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웨이브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3685032" y="36758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스폰 간격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58952" y="4078224"/>
            <a:ext cx="64008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424281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0초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221992" y="424281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3685032" y="424281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2.00초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" y="4645152"/>
            <a:ext cx="640080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" y="4754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10초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221992" y="4754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3685032" y="4754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1.85초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8952" y="5157216"/>
            <a:ext cx="640080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952" y="526694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60초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221992" y="526694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7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3685032" y="526694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1.10초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58952" y="5669280"/>
            <a:ext cx="640080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8952" y="57790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120초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2221992" y="57790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13</a:t>
            </a:r>
            <a:endParaRPr lang="en-US" sz="1550" dirty="0"/>
          </a:p>
        </p:txBody>
      </p:sp>
      <p:sp>
        <p:nvSpPr>
          <p:cNvPr id="26" name="Text 24"/>
          <p:cNvSpPr txBox="1"/>
          <p:nvPr/>
        </p:nvSpPr>
        <p:spPr>
          <a:xfrm>
            <a:off x="3685032" y="57790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0.25초 (하한)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58952" y="6181344"/>
            <a:ext cx="640080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543800" y="1965960"/>
            <a:ext cx="38889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실측 — 065_Survival_Done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7543800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 = 14.89초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9372600" y="2331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543800" y="2734056"/>
            <a:ext cx="3888943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543800" y="28986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HUD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9372600" y="28986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웨이브 2</a:t>
            </a:r>
            <a:endParaRPr lang="en-US" sz="1550" dirty="0"/>
          </a:p>
        </p:txBody>
      </p:sp>
      <p:sp>
        <p:nvSpPr>
          <p:cNvPr id="34" name="Shape 32"/>
          <p:cNvSpPr/>
          <p:nvPr/>
        </p:nvSpPr>
        <p:spPr>
          <a:xfrm>
            <a:off x="7543800" y="3355848"/>
            <a:ext cx="388894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543800" y="346557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spawnInterval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9372600" y="346557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1.85</a:t>
            </a:r>
            <a:endParaRPr lang="en-US" sz="1550" dirty="0"/>
          </a:p>
        </p:txBody>
      </p:sp>
      <p:sp>
        <p:nvSpPr>
          <p:cNvPr id="37" name="Shape 35"/>
          <p:cNvSpPr/>
          <p:nvPr/>
        </p:nvSpPr>
        <p:spPr>
          <a:xfrm>
            <a:off x="7543800" y="3922776"/>
            <a:ext cx="388894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543800" y="4306824"/>
            <a:ext cx="38889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2.00 − 0.15 = 1.85. 공식대로 나온다.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758952" y="6565392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Mathf.Max 로 하한을 두지 않으면 간격이 0이 되어 게임이 터진다 — 050의 Clamp 와 같은 이야기다.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065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세 번째 매니저는 학생이 채운다.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표를 비워두고 물어본다. 세 번째라 대부분 스스로 채운다.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65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2587752" y="1965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무엇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879592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057 피하기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622792" y="1965960"/>
            <a:ext cx="280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065 생존 슈팅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58952" y="236829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8952" y="25328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시작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2587752" y="25328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씬을 연다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879592" y="25328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(자동)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622792" y="2532888"/>
            <a:ext cx="280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(자동)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" y="299008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" y="30998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진행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2587752" y="309981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점수가 쌓인다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879592" y="30998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Time.deltaTime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622792" y="3099816"/>
            <a:ext cx="280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같다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8952" y="3557016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8952" y="366674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끝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2587752" y="366674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조건이 되면 멈춘다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879592" y="366674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 == null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622792" y="3666744"/>
            <a:ext cx="280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같다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58952" y="4123944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58952" y="42336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다시</a:t>
            </a:r>
            <a:endParaRPr lang="en-US" sz="1550" dirty="0"/>
          </a:p>
        </p:txBody>
      </p:sp>
      <p:sp>
        <p:nvSpPr>
          <p:cNvPr id="27" name="Text 25"/>
          <p:cNvSpPr txBox="1"/>
          <p:nvPr/>
        </p:nvSpPr>
        <p:spPr>
          <a:xfrm>
            <a:off x="2587752" y="42336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처음으로 돌아간다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879592" y="42336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LoadScene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622792" y="4233672"/>
            <a:ext cx="280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같다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58952" y="4690872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58952" y="4709160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이걸 학생이 채우는 게 오늘의 확인 시험이다.</a:t>
            </a:r>
            <a:endParaRPr lang="en-US" sz="1900" dirty="0"/>
          </a:p>
        </p:txBody>
      </p:sp>
      <p:sp>
        <p:nvSpPr>
          <p:cNvPr id="32" name="Shape 30"/>
          <p:cNvSpPr/>
          <p:nvPr/>
        </p:nvSpPr>
        <p:spPr>
          <a:xfrm>
            <a:off x="758952" y="5257800"/>
            <a:ext cx="10673791" cy="1234440"/>
          </a:xfrm>
          <a:prstGeom prst="roundRect">
            <a:avLst>
              <a:gd name="adj" fmla="val 18519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124712" y="5486400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결과에 숫자를 보여주면 다시 하고 싶어진다.</a:t>
            </a:r>
            <a:endParaRPr lang="en-US" sz="1900" dirty="0"/>
          </a:p>
        </p:txBody>
      </p:sp>
      <p:sp>
        <p:nvSpPr>
          <p:cNvPr id="34" name="Text 32"/>
          <p:cNvSpPr txBox="1"/>
          <p:nvPr/>
        </p:nvSpPr>
        <p:spPr>
          <a:xfrm>
            <a:off x="1124712" y="59436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DADAD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"26초 버텼습니다 / 웨이브 3 도달" — 기술이 아니라 판단이다. 게임 디자인의 첫 경험.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이번 주 흔한 사고.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절반이 "한 번만" 을 안 막은 것이다. 강사용.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58952" y="2011680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58952" y="2240280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목숨이 한 번에 0이 됨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148072" y="224028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isRespawning 없음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531352" y="224028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 프레임 깎인다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58952" y="2734056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" y="2807208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게임오버 후에도 공이 생김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5148072" y="2807208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CancelInvoke 없음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531352" y="2807208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Finish 에서 취소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8952" y="3300984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8952" y="3374136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첫 블록이 점수에 안 잡힘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5148072" y="3374136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yield return null 없음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531352" y="3374136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프레임 기다린다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8952" y="3867912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" y="3941064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적이 반대로 도망감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5148072" y="3941064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뺄셈 순서가 반대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531352" y="3941064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− 나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8952" y="44348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8952" y="4507992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적이 점점 빨라짐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5148072" y="4507992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.normalized 빠짐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531352" y="450799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거리에 비례해진다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58952" y="500176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58952" y="5074920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총알이 위로만 감</a:t>
            </a:r>
            <a:endParaRPr lang="en-US" sz="1550" dirty="0"/>
          </a:p>
        </p:txBody>
      </p:sp>
      <p:sp>
        <p:nvSpPr>
          <p:cNvPr id="26" name="Text 24"/>
          <p:cNvSpPr txBox="1"/>
          <p:nvPr/>
        </p:nvSpPr>
        <p:spPr>
          <a:xfrm>
            <a:off x="5148072" y="507492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transform.up 대입 안 함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531352" y="507492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Instantiate 뒤에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58952" y="5568696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58952" y="5641848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플레이어가 순식간에 죽음</a:t>
            </a:r>
            <a:endParaRPr lang="en-US" sz="1550" dirty="0"/>
          </a:p>
        </p:txBody>
      </p:sp>
      <p:sp>
        <p:nvSpPr>
          <p:cNvPr id="30" name="Text 28"/>
          <p:cNvSpPr txBox="1"/>
          <p:nvPr/>
        </p:nvSpPr>
        <p:spPr>
          <a:xfrm>
            <a:off x="5148072" y="5641848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적이 안 사라짐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531352" y="5641848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Destroy(gameObject)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58952" y="6355080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"이제 좀 알겠다" 는 발언이 나오면 이 Phase 는 성공이다.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Phase 4 종료 조건.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기술이 아니라 경험이다. 세 번 끝내봤으면 성공.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58952" y="2157984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9050">
            <a:solidFill>
              <a:srgbClr val="14141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21031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게임이 시작부터 게임오버/클리어까지 돈다 (3개 전부)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58952" y="2660904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26060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게임을 자기 방식으로 하나 이상 개조했다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58952" y="3163824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31089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시연 영상을 올렸다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965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스냅샷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8641080" y="1965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회차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9738360" y="19659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내용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903720" y="2368296"/>
            <a:ext cx="4529023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03720" y="25328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Snapshot_P4_1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641080" y="253288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057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738360" y="253288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피하기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03720" y="2971800"/>
            <a:ext cx="452902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03720" y="30815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Snapshot_P4_2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641080" y="308152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062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738360" y="308152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벽돌깨기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903720" y="3520440"/>
            <a:ext cx="452902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03720" y="36301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Snapshot_P4_3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641080" y="363016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065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738360" y="363016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생존 슈팅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903720" y="4069080"/>
            <a:ext cx="452902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58952" y="3977640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3개월 전에는 콘솔에 글자만 찍었다. 지금 게임 세 개를 만들었다.</a:t>
            </a:r>
            <a:endParaRPr lang="en-US" sz="1900" dirty="0"/>
          </a:p>
        </p:txBody>
      </p:sp>
      <p:sp>
        <p:nvSpPr>
          <p:cNvPr id="27" name="Shape 25"/>
          <p:cNvSpPr/>
          <p:nvPr/>
        </p:nvSpPr>
        <p:spPr>
          <a:xfrm>
            <a:off x="0" y="4937760"/>
            <a:ext cx="12191695" cy="1920240"/>
          </a:xfrm>
          <a:prstGeom prst="roundRect">
            <a:avLst>
              <a:gd name="adj" fmla="val 11905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58952" y="53218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다음 주부터 Phase 5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758952" y="56875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웨이브 브레이커 — 65회차, 5개월.</a:t>
            </a:r>
            <a:endParaRPr lang="en-US" sz="2600" dirty="0"/>
          </a:p>
        </p:txBody>
      </p:sp>
      <p:sp>
        <p:nvSpPr>
          <p:cNvPr id="30" name="Text 28"/>
          <p:cNvSpPr txBox="1"/>
          <p:nvPr/>
        </p:nvSpPr>
        <p:spPr>
          <a:xfrm>
            <a:off x="8412480" y="546811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066 – 130회차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412480" y="579729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DADAD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③번 씬을 다시 열고 거기서 시작한다.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13주차 · 세 번째, 그리고 본편</dc:title>
  <dc:subject>PptxGenJS Presentation</dc:subject>
  <dc:creator>WaveBreaker 강의</dc:creator>
  <cp:lastModifiedBy>WaveBreaker 강의</cp:lastModifiedBy>
  <cp:revision>1</cp:revision>
  <dcterms:created xsi:type="dcterms:W3CDTF">2026-09-02T08:44:46Z</dcterms:created>
  <dcterms:modified xsi:type="dcterms:W3CDTF">2026-09-02T08:44:46Z</dcterms:modified>
</cp:coreProperties>
</file>