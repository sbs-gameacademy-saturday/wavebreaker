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주차는 코드를 거의 안 짠다. 126회차부터 기능 동결이고, 남은 5회는 만드는 시간이 아니라 보여주는 시간이다. 그 전환을 첫 슬라이드에서 분명히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선언을 첫 10분에 한다. 129·130회차 사고표에도 '오늘 코드를 고치려 함 → 막는다' 가 들어가 있다. 강사가 일관되게 막아야 학생이 납득한다.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비교표가 학생에게 규모 감각을 준다. exe 자체는 0.7 MB 짜리 껍데기고, 진짜 내용은 WaveBreaker_Data 안에 있다. 개인 미션 3번이 그걸 직접 열어보게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21주차에는 빌드 화면이 미실측이었다. 이번엔 게임 자신의 창 핸들만 찍어 실측했다. 학생 전수 확인 항목은 9개이고 [같이 하기] 가 검은 화면이 아닌지가 그중 하나다.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모듈은 이미 깔려 있다. 130회차 '앞으로의 길' 에서 모바일 빌드를 언급할 근거가 된다. WebGL 은 Unity Hub → 버전 → Add modules 로 나중에 받을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104회차는 프로젝트 경로 이야기였다. 학생이 바탕화면\빌드 같은 한글 출력 폴더를 쓰는 건 문제가 없다. 강사 환경에서 프로젝트 경로 한글은 재보지 않았으므로 미실측이라고 그대로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압축률이 62%나 되는 건 dll 과 데이터 파일이 압축이 잘 먹기 때문이다. 41 MB 면 업로드가 1~2분이다. 그보다 오래 걸리면 회선 문제다.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플랫폼 체크 누락이 127회차 1등 사고다. itch.io 는 이 파일이 어느 OS 것인지 우리가 알려줘야 안다. 계정은 반드시 학생 본인 이름으로 — 나중에 이력서에 적을 주소다.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커버 이미지를 GIF 로 두는 게 itch.io 페이지에서 가장 효과가 크다. 3초 테스트에서 못 알아보면 고칠 곳은 대개 글이 아니라 그림이다.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스크린샷은 레벨·시간·처치 수·체력바가 다 보이는 순간을 고른다. 그게 다 보이면 '게임처럼' 보인다. 위 캡처가 00:14 처치 5 젬 3개 칼날 3개다.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소개글에 사과가 들어가는 건 매우 흔하다. 그 자리에서 지우게 한다. 규칙 다섯 개는 첫 줄 한 문장 · 뭘 하는 게임인지 · 특징 세 줄 · 조작키 · 사과 금지.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어려웠던 것 후보를 회차별로 뽑아뒀다 — 101 프레임 붕괴, 102 Start 는 한 번만, 113 순간이동, 114 둘 다 움직임, 117 몬스터 두 배, 123 내 화면만 멈춤. 하나만 고르게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협동이 안 되는 학생은 혼자 하기만 시연한다. 21주차부터 'Phase 8 빌드가 제출물' 이라고 약속했고 그 약속을 지킨다. 발표가 부담스러우면 녹화 제출로 대체 — 설득하지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압축본을 반드시 다시 열어보게 한다. ProjectSettings 를 빼먹으면 안 열린다. 세 파일을 클라우드에도 올리라고 말한다 — 컴퓨터는 고장 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 발표 뒤에 강사가 '○○ 님이 방금 말한 그 문제는 실제 개발에서도 똑같이 나오는 겁니다' 를 한 줄 붙인다. 이 한 줄이 '내가 한 게 진짜였구나' 를 남긴다. 매번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'7개월 뒤에 여러분 게임을 친구한테 링크로 보낼 겁니다' 를 1회차에 말했다. 그 문장을 여기서 회수한다. 앞으로의 길은 하나를 깊게 — 새 프로젝트를 벌이지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26주차 · 마지막 Phase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링크로 보낸다.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126–130 · Phase 10 · 130회차 = 정규 과정 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126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최종 빌드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127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itch.io 링크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영상 · 소개글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발표 준비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130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발표회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오늘부터 새 기능은 없다.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'이것만 하나 더' 가 마지막 주의 1등 사고다.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해도 되는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6596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하면 안 되는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 있는 버그 고치기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53288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무기 추가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26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수치 조정 · 오타 수정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303580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몬스터 · 새 씬 추가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429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538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· 배포 · 발표 준비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53872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"이것만 하나 더"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931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334256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전날 밤에 기능을 넣다가 게임이 안 켜지면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791456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발표할 게 없다. 매 기수 나오는 사고라서 회차 문서에 못박아 뒀다 — 126회차부터 기능 동결.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431536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5회는 만드는 시간이 아니라 보여주는 시간이다.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리포트를 숫자로 읽는다.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결과 · 에러 · 시간 · 크기 네 줄이면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= 1.0.0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빌드에 들어갈 씬 4개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Title  Game  Result  Coop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      = Succeeded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에러       = 0   경고 = 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걸린 시간   = 49.6초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크기       = 108.5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 개수   = 245개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21주차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26주차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2487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2487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28346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105.2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6696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108.8 MB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2918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401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0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37490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6131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협동 기능 20회차 전부가 3.6 MB 다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07034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108 MB 중 대부분은 유니티 엔진(UnityPlayer.dll 37 MB)이다. 늘어난 파일 42개는 NGO 와 Relay 라이브러리다.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빌드가 나온 것과 게임이 되는 것은 다르다.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전수 확인 25분 — 이 과정에서 두 번째로 중요한 시간.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4663440" cy="3127248"/>
          </a:xfrm>
          <a:prstGeom prst="roundRect">
            <a:avLst>
              <a:gd name="adj" fmla="val 731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126_Build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075688"/>
            <a:ext cx="4261104" cy="22494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67728" y="439826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빌드된 게임 — 실측 캡처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58952" y="1874520"/>
            <a:ext cx="576072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14984" y="2075688"/>
            <a:ext cx="524865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프로세스   살아있음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메모리     614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창 제목    웨이브 브레이커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Player.log 38줄, 예외 0개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딱 하나 나오는 '에러처럼 보이는 줄'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d3d12: failed to query info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queue interface (0x80004002)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에러가 아니다 — 디버그 도구 없음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5491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로그 폴더 이름은 Player Settings 가 정한다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500634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AppData\LocalLow\&lt;Company Name&gt;\&lt;Product Name&gt;\Player.log — 우리는 Product Name 이 한글이라 폴더도 한글이다. 그래도 잘 만들어진다.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WebGL 은 안 한다 — 이유를 말한다.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Phase 의 1등 사고가 'WebGL 로 하루 날리기' 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빌드 대상 지원 여부 (강사 환경 실측)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StandaloneWindows64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WebGL               = False      ← 모듈이 안 깔려 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Android             = True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901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416552" y="37901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PC 빌드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08392" y="379018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WebGL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19252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3571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모듈 설치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43571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이미 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435711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따로 받아야 함 (수 GB)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7045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8143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시간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416552" y="48143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49.6초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08392" y="481431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10~30분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1617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2715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흔한 함정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416552" y="52715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거의 없음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08392" y="527151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압축 · 메모리 · 입력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6189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911596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PC 빌드를 먼저 확정한다. 시간이 남으면 그때 도전한다.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104회차의 경고를 다시 재봤다.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"경로에 한글이 있으면 빌드가 실패한다" — 반은 맞고 반은 다르다.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[빌드 출력 폴더를 "한글 경로 테스트" 로 잡고 빌드]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    = Succeeded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에러     = 0   경고 = 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걸린 시간 = 11.0초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     = 살아있음, 604 MB, 창 제목 "웨이브 브레이커"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95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무엇의 경로인가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330952" y="3995928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3982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562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빌드 출력 폴더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456285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한글이어도 된다 — 실측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9103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폴더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502005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미실측. 여전히 피하는 게 안전하다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367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6418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둘을 구분하지 않으면 학생이 "된다는데요?" 하고 헷갈린다.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 245개를 하나로.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폴더째가 아니라 폴더 '안' 을 압축한다.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나쁜 예 — 폴더째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안에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WaveBreaker_Final/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 WaveBreaker.exe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좋은 예 — 폴더 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안에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 WaveBreaker.exe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 UnityPlayer.dll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WaveBreaker_Data/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466344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22592" y="2121408"/>
            <a:ext cx="415137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실측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원본 폴더 = 108.8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      =  41.3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62.1% 줄었다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압축 시간 =   8.8초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itch.io 무료 한도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파일 하나 1 GB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81888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겹이어도 게임은 돌아간다 — 친구가 exe 를 못 찾을 뿐이다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5276088"/>
            <a:ext cx="1067379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이름은 WaveBreaker_v1.0.0_Windows.zip 처럼 이름 · 버전 · 플랫폼 순으로 짓는다.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결과물은 링크 하나다.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유니티를 안 켠다. 빌드 폴더만 있으면 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설정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159752" y="1920240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빼먹으면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of project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Downloadable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2487168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은 WebGL 용이다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163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payments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2926080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 정보를 요구한다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552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364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업로드 후 플랫폼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3364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☑ Windows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159752" y="3364992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다운로드 버튼이 안 나온다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6941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803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3803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Restricted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3803904"/>
            <a:ext cx="4270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링크를 아는 사람만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1330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517136"/>
            <a:ext cx="10673791" cy="772668"/>
          </a:xfrm>
          <a:prstGeom prst="roundRect">
            <a:avLst>
              <a:gd name="adj" fmla="val 1976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" y="4718304"/>
            <a:ext cx="10161727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https://&lt;내-사용자이름&gt;.itch.io/wave-breaker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549097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Install instructions 에 이 줄을 꼭 넣는다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5948172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"Windows 에서 'PC 보호' 창이 뜨면 [추가 정보] → [실행]" — 서명 없는 exe 라 경고가 뜬다. 안 적으면 친구가 겁먹고 안 한다.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사람은 3초 안에 떠날지 정한다.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만드는 실력만큼 보여주는 실력이 필요하다.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3초 안에 보여야 하는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6596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게임의 답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장르인가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53288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위에서 보는 생존 액션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620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뭘 하는 게임인가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2971800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몰려오는 몬스터를 자동 공격으로 버틴다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009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재미 포인트가 뭔가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410712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레벨업 카드로 세진다 · 2인 협동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7398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GIF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708392" y="406908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" y="4471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636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재생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4636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된다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08392" y="463600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눌러야 재생된다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9469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5056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길이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4416552" y="5056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5~8초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08392" y="5056632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5367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477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곳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4416552" y="5477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첫인상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08392" y="547725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· 백업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57881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6044184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둘 다 만든다. GIF 는 페이지에, 영상은 발표에.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설치할 프로그램이 없다 — Win + G.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첫 5초에 게임 화면이 안 나오면 사람들이 나간다.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874520"/>
            <a:ext cx="4663440" cy="3127248"/>
          </a:xfrm>
          <a:prstGeom prst="roundRect">
            <a:avLst>
              <a:gd name="adj" fmla="val 731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128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075688"/>
            <a:ext cx="4261104" cy="22494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67728" y="439826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HUD 가 다 보이는 순간 — 실측 캡처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초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581912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보여줄 것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8952" y="2276856"/>
            <a:ext cx="57607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" y="2441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0–5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581912" y="2441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타이틀 화면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58952" y="278892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" y="2898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5–15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581912" y="2898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몬스터가 몰려오고 자동 공격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58952" y="324612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" y="33558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15–22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81912" y="3355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 카드 3장 → 선택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58952" y="370332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" y="38130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22–30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581912" y="3813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협동 2인 또는 결과 화면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758952" y="4160520"/>
            <a:ext cx="57607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8952" y="478231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로딩 · 메뉴 뒤적거리기 · 마우스 헤매기는 전부 자른다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" y="5239512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Game Bar 는 '지금 앞에 있는 창' 을 찍는다. 게임 창을 클릭해 활성화한 뒤 녹화를 시작한다. Unity Recorder 는 에디터 안만 찍히므로 여기서는 안 쓴다.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사과하지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만든 사람이 자기 작품을 낮추면 보는 사람은 더 낮춘다.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나쁜 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유니티로 만든 게임입니다.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7개월 동안 배운 것을 활용했습니다.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부족한 점이 많지만 봐주세요.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과 NGO 를 사용했습니다.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무슨 게임인지 한 줄도 안 나왔다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466344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22592" y="2121408"/>
            <a:ext cx="415137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좋은 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몰려오는 것들을 버텨낸다.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위에서 내려다보는 생존 액션.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무기는 자동으로 나갑니다.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10분을 버티면 승리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레벨업마다 카드 3장 중 1장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친구와 2인 협동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40740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'부족하지만' '허접하지만' '처음이라' — 다 지운다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86460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7개월 동안 오브젝트 풀링을 넣고 네트워크 동기화를 붙이고 직접 빌드해서 배포했다. 그건 부족한 게 아니다.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5분은 짧다 — 다섯 덩어리로 나눈다.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즉흥으로 하면 게임 켜다가 끝난다.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770632" y="1874520"/>
            <a:ext cx="8659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2768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41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581912" y="24414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441448"/>
            <a:ext cx="8659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 + 게임 한 문장 (128의 소개글 첫 줄 그대로)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27340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8437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81912" y="28437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90초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70632" y="2843784"/>
            <a:ext cx="8659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라이브 시연 — 실제로 한 판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313639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246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581912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70632" y="3246120"/>
            <a:ext cx="8659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제일 어려웠던 것 하나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35387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6484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81912" y="3648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45초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770632" y="3648456"/>
            <a:ext cx="8659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제일 뿌듯한 것 하나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58952" y="3941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0507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581912" y="4050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770632" y="4050792"/>
            <a:ext cx="8659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링크 + 마무리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58952" y="4343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463600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③이 발표의 본체다 — "어려웠다" 로 끝내지 않는다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758952" y="5166360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4984" y="5367528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무엇이 안 됐나   "레벨업 창을 열면 상대 화면은 계속 돌았습니다"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왜 그랬나       "게임이 두 개니까요"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어떻게 했나     "서버가 멈춤 값을 들고 양쪽이 그걸 보게 했습니다"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사고의 90%가 시연에서 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백업 영상이 없으면 발표를 못 하는 상황이 생긴다.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시연이 실패하는 이유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1965960"/>
            <a:ext cx="6099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게임이 안 켜진다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2532888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재생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437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53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공유가 안 된다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2953512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링크를 채팅에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2644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협동 상대가 안 붙는다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374136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하기로 전환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850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긴장해서 조작을 못 한다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794760"/>
            <a:ext cx="6099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재생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1056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443484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463600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발표 시작 전에 이미 해둘 것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☑ 게임을 켜서 타이틀 화면에 두기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☑ itch.io 페이지를 다른 탭에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☑ 알림 끄기 (윈도우 + 메신저)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☑ 화면 공유 미리 테스트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6176772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시작하고 게임을 켜면 로딩 30초가 발표 시간의 10%다.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Library 를 빼면 1310배 작아진다.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 다 같이 한다 — 집에 가서 하겠다고 하면 안 하게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넣는 것              ❌ 빼는 것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Assets/                 Library/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ProjectSettings/        Temp/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Packages/               Builds/  Logs/  obj/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Assets+ProjectSettings+Packages =    10.2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→ zip     2.5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                         = 3,206.7 MB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                           =    81.8 MB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챙겨갈 파일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zip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2487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MB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8346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배포본 zip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2944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41.3 MB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2918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21주차 싱글 백업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7490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59486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Library 는 유니티가 자동으로 다시 만든다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505206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빼고 압축하면 2.5 MB — 메일로도 보낼 수 있다. 다시 열 때 몇 분 걸리는 게 정상이다. Library 를 새로 만드는 중이다.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7개월 전과 비교한다.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남과 비교하지 않는다.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1920240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2121408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[1회차]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Console.WriteLine("안녕하세요");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3172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만든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74152" y="3172968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357530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37398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몰려오는 몬스터를 자동으로 처치하는 생존 게임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074152" y="373989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66–100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40873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1970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오브젝트 풀링으로 프레임을 지킨 최적화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074152" y="419709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101–105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45445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46542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친구와 둘이 붙어서 하는 협동 모드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465429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106–125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0017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1114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인터넷에 올려서 링크로 나눠줄 수 있는 게임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511149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126–128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4589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751576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포트폴리오를 보는 사람은 끝까지 만들어봤는가를 본다.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정규 과정 종료.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131–140 은 버퍼다 — 필요한 사람만 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1783080"/>
            <a:ext cx="7836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했나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2350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001–065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3500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C# · 유니티 입문 · 2D 핵심 · 미니게임 3종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8952" y="26974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807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0552" y="2807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066–100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8072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코어 루프 · 레벨업 · 데이터 분리 · UI · 연출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31546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264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30552" y="3264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101–125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32644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 · 빌드 · 네트워크 협동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36118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721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130552" y="3721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126–130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93592" y="3721608"/>
            <a:ext cx="7836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배포 · 발표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40690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325112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130 / 140 회차 — 정규 과정 100%.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5321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1회차에 한 약속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그 링크를 보내셨습니다.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5468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앞으로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57972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하나를 깊게.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26주차 · 링크로 보낸다</dc:title>
  <dc:subject>PptxGenJS Presentation</dc:subject>
  <dc:creator>WaveBreaker 강의</dc:creator>
  <cp:lastModifiedBy>WaveBreaker 강의</cp:lastModifiedBy>
  <cp:revision>1</cp:revision>
  <dcterms:created xsi:type="dcterms:W3CDTF">2026-09-03T08:31:23Z</dcterms:created>
  <dcterms:modified xsi:type="dcterms:W3CDTF">2026-09-03T08:31:23Z</dcterms:modified>
</cp:coreProperties>
</file>