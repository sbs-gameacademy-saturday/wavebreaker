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주 다섯 회차가 한 줄로 이어진다. 046에서 만든 프리팹을 047이 찍어내고, 047이 만든 문제(총알이 안 사라짐)를 048이 풀고, 049가 남의 부품을 여는 법을 주고, 050이 그걸로 체력을 깎는다. 순서를 바꾸면 전부 무너진다.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046은 코드가 한 줄도 없고 050은 거의 전부 코드다. 이번 주는 Inspector에서 코드로 넘어가는 주간이다.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실측: 원본 색을 초록으로 바꾸니 10개 중 9개가 따라오고 Override 를 건 1개는 노란색을 유지했다. 강사가 직접 열 개를 천천히 고치는 시연을 5개쯤에서 멈추는 게 이 회차의 도입이다.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 나 Collider 처럼 전부에 들어가야 하는 것은 프리팹 모드 안에서 붙인다. 씬에서 붙이면 그 인스턴스만 Override 가 된다. '원본에 넣을 건 원본 방에서' 를 습관으로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Quaternion 을 여기서 설명하면 이 회차가 끝난다. '안 돌림' 이면 충분하고, 회전 계산은 Phase 5 에서 제대로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에서 Inspector 로 드래그하는 걸 화면 공유로 천천히 두 번 보여준다. 말로 하면 절반이 못 따라온다.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회차 끝에 스페이스를 30번 연타시키고 Hierarchy 를 보여준다. Bullet(Clone) 산더미가 048의 도입이다.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Hierarchy 를 열어놓고 Play 하게 시킨다. 총알이 생겼다 사라지는 게 눈에 보이는 게 가장 빠른 확인이다.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몬스터만 사라지고 총알이 남는다는 질문이 나온다. 두 줄 중 아래 줄을 빠뜨린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2초마다 저절로 나오게 하는 코루틴은 051회차다. 오늘은 키를 눌러서 스폰한다. 여기서 코루틴을 꺼내면 이 회차가 무너진다.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Awake 를 왜 쓰는지는 오늘 규칙만 준다. 이유(남이 나를 먼저 쓸 수 있다)는 050에서 Health 를 만들 때 실제로 겪는다.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씬에 Tag 만 Enemy 이고 아무 부품도 없는 오브젝트를 하나 넣어뒀다. null 체크를 빼면 거기서 바로 NullReferenceException 이 난다. 학생이 에러 메시지를 직접 읽게 하는 자리다.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콘솔 코드를 반드시 옆에 띄운다. 036에서 '여러분이 짜던 클래스가 유니티에 올라간 것' 이라고 했던 그 약속을 오늘 갚는다. 여기서 연결이 안 되면 학생은 콘솔 6주를 낭비로 기억한다.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실측: 총알 3발로 체력 30이 20 → 10 → 0 이 되고 사망 로그가 찍힌 뒤 씬에서 사라진다. Health 가 없는 Enemy 를 쏴도 예외가 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 · Collider · 스크립트처럼 전부에 들어가야 하는 것은 반드시 프리팹 모드에서 붙인다. 씬에서 붙이면 그 인스턴스만 붙고 나머지는 조용히 빠진다.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GetComponent 와 null 이 안 되면 11주차 이후가 통째로 막힌다. Phase 5부터 스크립트끼리 부르는 게 전부 이 방식이다. 안 되는 학생은 주말 안에 개별 시간을 잡는다.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965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10주차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찍어내고 없애기.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566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총알이 몬스터를 맞히면 체력이 깎이고 죽는다. Phase 3의 산출물이 이번 주에 나온다.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20840" y="1371600"/>
            <a:ext cx="4572000" cy="2560320"/>
          </a:xfrm>
          <a:prstGeom prst="roundRect">
            <a:avLst>
              <a:gd name="adj" fmla="val 892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C:\Users\user\Github\WaveBreaker\docs\04_배포자료\슬라이드\shots2\final\047_Instanti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1572768"/>
            <a:ext cx="4169664" cy="2157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3337560"/>
            <a:ext cx="4572000" cy="2560320"/>
          </a:xfrm>
          <a:prstGeom prst="roundRect">
            <a:avLst>
              <a:gd name="adj" fmla="val 892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C:\Users\user\Github\WaveBreaker\docs\04_배포자료\슬라이드\shots2\final\048_Spa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3538728"/>
            <a:ext cx="4169664" cy="215798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58952" y="5120640"/>
            <a:ext cx="31089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58952" y="5285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046 – 050회차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58952" y="5596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· 웨이브 브레이커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주 흐름.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한 회차가 다음 회차의 문제를 만든다. 순서를 바꾸지 않는다.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01168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2128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627632" y="221284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프리팹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833872" y="2212848"/>
            <a:ext cx="55988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 하나를 고치면 전부 바뀐다 · Override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27980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99923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047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627632" y="299923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Instantiate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5833872" y="2999232"/>
            <a:ext cx="55988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코드가 프리팹을 찍어낸다 · 총알 발사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5844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78561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048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27632" y="378561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Destroy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833872" y="3785616"/>
            <a:ext cx="55988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수명을 준다 · 맞으면 둘 다 사라진다 · 몬스터 스폰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437083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5720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049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627632" y="45720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GetComponent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833872" y="4572000"/>
            <a:ext cx="55988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남의 부품을 만진다 · null 대비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51572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53583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627632" y="535838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체력과 피격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5833872" y="5358384"/>
            <a:ext cx="55988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5~6주차 클래스가 게임에서 돈다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" y="59436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손으로 열 개를 고쳐 본 다음에 준다.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프리팹을 먼저 설명하면 편한 기능 정도로 흘려듣는다.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679192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 있나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148072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고치면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6675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원본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2532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창 (.prefab)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48072" y="2532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전부 바뀐다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58952" y="3099816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2095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복사본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2679192" y="32095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Hierarchy (파란 이름)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148072" y="32095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그것만 바뀐다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58952" y="3776472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977640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Project에 있는 게 원본, 씬에 있는 게 복사본.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443484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문장을 이 회차에 열 번 말한다. 앞으로 3주간 '프리팹 고치세요' 라고 할 때마다 필요하다.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5029200"/>
            <a:ext cx="6675120" cy="1234440"/>
          </a:xfrm>
          <a:prstGeom prst="roundRect">
            <a:avLst>
              <a:gd name="adj" fmla="val 18519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24712" y="525780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기획자가 내일 또 온다. "역시 빨간색이 낫겠어요."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" y="5715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몬스터가 200마리일 때 손으로 고치는 그림을 먼저 보여준다. 불편을 겪은 뒤에 해법을 준다.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18120" y="1965960"/>
            <a:ext cx="3611880" cy="2578608"/>
          </a:xfrm>
          <a:prstGeom prst="roundRect">
            <a:avLst>
              <a:gd name="adj" fmla="val 8865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0" descr="C:\Users\user\Github\WaveBreaker\docs\04_배포자료\슬라이드\shots2\final\046_Pref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9288" y="2167128"/>
            <a:ext cx="3209544" cy="1700784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019288" y="3941064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 하나 · 인스턴스 10개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7818120" y="46177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가운데 노란 하나는 색을 직접 바꿨다. 원본을 고쳐도 이 하나만 안 따라온다.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얘만 안 바뀌죠.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한 번 손댄 항목은 원본을 따라가지 않는다. 항목 단위다.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버튼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136392" y="1965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무슨 일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342632" y="1965960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 누르나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36392" y="25328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바뀐 항목 목록을 보여준다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42632" y="2532888"/>
            <a:ext cx="4087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"왜 얘만 다르지" 싶을 때 먼저 여기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30632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172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136392" y="3172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변경을 버리고 원본으로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42632" y="3172968"/>
            <a:ext cx="4087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실수로 바꿨을 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70332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813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136392" y="3813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변경을 원본에 밀어 넣는다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42632" y="3813048"/>
            <a:ext cx="4087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이게 더 낫다고 판단했을 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43434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52628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Apply 는 되돌리기 어렵다.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" y="49834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누르는 순간 다른 인스턴스가 전부 따라 바뀐다. 하나만 다르게 하고 싶으면 누르면 안 된다.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4526280"/>
            <a:ext cx="4529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색만 바꿨으면 색만 안 따라간다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03720" y="4892040"/>
            <a:ext cx="4529023" cy="1097280"/>
          </a:xfrm>
          <a:prstGeom prst="roundRect">
            <a:avLst>
              <a:gd name="adj" fmla="val 1391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59752" y="5093208"/>
            <a:ext cx="4016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   ← 내가 바꿈. 안 따라간다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    ← 안 건드림. 따라간다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코드가 프리팹을 찍어낸다.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046에서 만든 원본이 여기서 쓰인다. 명령은 한 줄이다.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10673791" cy="777240"/>
          </a:xfrm>
          <a:prstGeom prst="roundRect">
            <a:avLst>
              <a:gd name="adj" fmla="val 1964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10161727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Instantiate(bulletPrefab, firePoint.position, Quaternion.identity);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017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조각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965192" y="301752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뜻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341985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35844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bulletPrefab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965192" y="3584448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찍을지 — 046에서 만든 원본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407822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4187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firePoint.position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65192" y="4187952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어디에 놓을지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46817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7914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Quaternion.identity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965192" y="4791456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돌린 상태 (지금은 그냥 외운다)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28523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548640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Hierarchy 에 Bullet(Clone) 이 생긴다.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" y="5943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(Clone) 은 유니티가 "이건 복사본이야" 하고 붙여주는 표시다.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어디서 끌어다 넣느냐가 다르다.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회차 최다 사고다. 학생 절반이 Hierarchy 에서 프리팹을 찾는다.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Inspector 칸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227832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어디서 끄나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422392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6675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 Prefab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27832" y="2532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Project 창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422392" y="2532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원본이라 씬에 없다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3099816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2095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 Point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227832" y="32095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Hierarchy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422392" y="32095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씬에 실제로 있는 자식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776472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" y="3977640"/>
            <a:ext cx="6675120" cy="1554480"/>
          </a:xfrm>
          <a:prstGeom prst="roundRect">
            <a:avLst>
              <a:gd name="adj" fmla="val 982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4984" y="4178808"/>
            <a:ext cx="61630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[SerializeField] private GameObject bulletPrefab;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[SerializeField] private Transform firePoint;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FirePoint 는 Player 의 자식이라 플레이어를 따라다닌다 (033)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58952" y="57150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총구는 빈 GameObject 하나면 된다.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" y="61081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Player 우클릭 → Create Empty → Position (0, 0.7, 0). 033의 부모자식 그대로다.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18120" y="1965960"/>
            <a:ext cx="3611880" cy="2578608"/>
          </a:xfrm>
          <a:prstGeom prst="roundRect">
            <a:avLst>
              <a:gd name="adj" fmla="val 8865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3" name="Image 0" descr="C:\Users\user\Github\WaveBreaker\docs\04_배포자료\슬라이드\shots2\final\047_Instanti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9288" y="2167128"/>
            <a:ext cx="3209544" cy="1700784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019288" y="3941064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총구에서 나가는 총알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7818120" y="46177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Transform 칸에 오브젝트를 놓으면 유니티가 그 Transform 을 찾아 넣는다. 042와 같다.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총알은 Start, 플레이어는 FixedUpdate.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042에서 물리는 FixedUpdate 라고 했는데 오늘은 Start 다. 이유가 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852160" cy="1554480"/>
          </a:xfrm>
          <a:prstGeom prst="roundRect">
            <a:avLst>
              <a:gd name="adj" fmla="val 982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3400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Start()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rb.linearVelocity = transform.up * speed;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953512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 바뀌나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965192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어디에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4197096"/>
            <a:ext cx="58521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43616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플레이어 이동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43616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 입력이 계속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965192" y="43616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FixedUpdate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58952" y="4818888"/>
            <a:ext cx="58521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49286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총알 속도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953512" y="49286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주면 끝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965192" y="49286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Start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8952" y="5385816"/>
            <a:ext cx="58521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965960"/>
            <a:ext cx="4529023" cy="2148840"/>
          </a:xfrm>
          <a:prstGeom prst="roundRect">
            <a:avLst>
              <a:gd name="adj" fmla="val 10638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9480" y="2267712"/>
            <a:ext cx="37975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계속 바꿀 필요가 없다.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269480" y="2788920"/>
            <a:ext cx="3797503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69480" y="2944368"/>
            <a:ext cx="37975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한 번 준 속도는 물리 엔진이 유지한다. 매 프레임 다시 넣을 이유가 없다.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4343400"/>
            <a:ext cx="45290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transform.up 은 자기 기준 위쪽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4754880"/>
            <a:ext cx="45290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총알을 돌리면 그 방향으로 간다. 032의 로컬 좌표가 여기서 쓰인다.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" y="562356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발사는 GetKeyDown 이라 Update 에 쓴다. FixedUpdate 에 넣으면 눌러도 씹힌다 — 042에서 예고한 자리다.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gameObject 와 this 는 다르다.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this 로 쓰면 에러도 안 나고 총알만 계속 남는다. 찾기 어렵다.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쓰면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965192" y="1965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없어지는 것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988552" y="19659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Destroy(gameObject)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65192" y="25328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오브젝트 전체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988552" y="253288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이게 맞다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311810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227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Destroy(this)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65192" y="3227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스크립트 컴포넌트만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8988552" y="3227832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오브젝트는 그대로 남는다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8130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" y="3977640"/>
            <a:ext cx="5852160" cy="1554480"/>
          </a:xfrm>
          <a:prstGeom prst="roundRect">
            <a:avLst>
              <a:gd name="adj" fmla="val 982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4984" y="4178808"/>
            <a:ext cx="53400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Start()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rb.linearVelocity = transform.up * speed;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Destroy(gameObject, lifeTime);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3977640"/>
            <a:ext cx="4529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2초 뒤에 없애라고 예약해 둔다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4343400"/>
            <a:ext cx="45290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lifeTime 이 곧 사거리다.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4800600"/>
            <a:ext cx="45290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0.3 으로 줄이면 짧은 총, 5로 늘리면 화면을 가로지르는 총이 된다. Inspector 에서 바로 조절한다.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576072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57607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this 는 스크립트, gameObject 는 몸통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370832" y="576072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회차 사고 1등이다. 에러가 안 나서 학생 혼자서는 못 찾는다.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맞으면 둘 다 사라진다.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044의 other 가 여기서 쓰인다. 점 앞에 있는 게 주인이다.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400800" cy="2286000"/>
          </a:xfrm>
          <a:prstGeom prst="roundRect">
            <a:avLst>
              <a:gd name="adj" fmla="val 668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88873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OnTriggerEnter2D(Collider2D other)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(other.CompareTag("Enemy"))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Destroy(other.gameObject);   // 상대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Destroy(gameObject);         // 나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526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050792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879592" y="4526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4928616"/>
            <a:ext cx="64008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5093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SetActive(false)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050792" y="5093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꺼둔다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879592" y="50932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켤 수 있다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5532120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5641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Destroy(gameObject)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050792" y="5641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없앤다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879592" y="56418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되돌릴 수 없다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6080760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3800" y="1965960"/>
            <a:ext cx="3888943" cy="2194560"/>
          </a:xfrm>
          <a:prstGeom prst="roundRect">
            <a:avLst>
              <a:gd name="adj" fmla="val 10417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09560" y="2286000"/>
            <a:ext cx="31574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차이는 다시 쓸 거냐다.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909560" y="2816352"/>
            <a:ext cx="3157423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09560" y="2971800"/>
            <a:ext cx="31574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044의 동전은 껐고, 오늘 총알은 없앤다. 총알은 다시 쓸 일이 없다.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4389120"/>
            <a:ext cx="3888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Destroy 도 공짜가 아니다.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4800600"/>
            <a:ext cx="38889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1초에 수백 개를 만들고 없애면 렉이 온다. Phase 8에서 오브젝트 풀링으로 고친다. 오늘은 여기까지.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새로 배우는 게 하나도 없다.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몬스터 스폰은 총알 코드에서 프리팹만 바뀐 것이다.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조각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776472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어디서 배웠나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68296"/>
            <a:ext cx="6675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532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Instantiate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776472" y="2532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047회차 — 총알이랑 똑같다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58952" y="2971800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081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Random.Range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776472" y="3081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040회차 도전 미션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58952" y="3520440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630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776472" y="3630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3주차 반복문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58952" y="4069080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4178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[ContextMenu]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776472" y="4178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040회차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58952" y="4617720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" y="4709160"/>
            <a:ext cx="6675120" cy="1554480"/>
          </a:xfrm>
          <a:prstGeom prst="roundRect">
            <a:avLst>
              <a:gd name="adj" fmla="val 982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14984" y="4910328"/>
            <a:ext cx="61630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[ContextMenu("몬스터 10마리 소환")]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SpawnTen()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10; i++) SpawnOne();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818120" y="1965960"/>
            <a:ext cx="3611880" cy="2578608"/>
          </a:xfrm>
          <a:prstGeom prst="roundRect">
            <a:avLst>
              <a:gd name="adj" fmla="val 8865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0" descr="C:\Users\user\Github\WaveBreaker\docs\04_배포자료\슬라이드\shots2\final\048_Spa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9288" y="2167128"/>
            <a:ext cx="3209544" cy="1700784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019288" y="3941064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 키를 누를 때마다 랜덤 위치에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7818120" y="4617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040에서 [ContextMenu] 를 배울 때 뭐라고 했나.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818120" y="50292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"몬스터 10마리 소환 같은 걸 버튼 하나로 하게 됩니다." 그게 오늘이다.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042부터 끌어다 넣던 걸 한 줄로 없앤다.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GetComponent 는 "내 그릇에서 이 부품 좀 꺼내줘" 다. 034 그대로.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331720"/>
            <a:ext cx="5486400" cy="1371600"/>
          </a:xfrm>
          <a:prstGeom prst="roundRect">
            <a:avLst>
              <a:gd name="adj" fmla="val 11133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4984" y="2532888"/>
            <a:ext cx="49743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[SerializeField] private Rigidbody2D rb;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프리팹마다 손으로 끌어다 넣는다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까먹으면 NullReferenceException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37960" y="2331720"/>
            <a:ext cx="4894783" cy="1371600"/>
          </a:xfrm>
          <a:prstGeom prst="roundRect">
            <a:avLst>
              <a:gd name="adj" fmla="val 11133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93992" y="2532888"/>
            <a:ext cx="438271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Rigidbody2D rb;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Awake()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rb = GetComponent&lt;Rigidbody2D&gt;(); }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136392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793992" y="4023360"/>
            <a:ext cx="4636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여기서 하는 일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8952" y="44256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4590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Awake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136392" y="4590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Start 보다 먼저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93992" y="4590288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 부품 챙기기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8952" y="50840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5193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136392" y="5193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Awake 다음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93992" y="5193792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챙긴 걸 쓰기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58952" y="56875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585216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Update 에서 GetComponent 를 부르지 않는다. 한 번 찾아서 변수에 담아둔다.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점 앞에 있는 게 주인이다.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아무것도 없으면 나, other 가 붙으면 상대.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코드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330952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누구 부품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57032" y="196596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못 찾으면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GetComponent&lt;T&gt;()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30952" y="2532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 것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257032" y="2532888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30266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136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other.GetComponent&lt;T&gt;()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30952" y="3136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상대 것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8257032" y="3136392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6301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739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other.TryGetComponent(out T x)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330952" y="37398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상대 것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257032" y="3739896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423367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" y="4480560"/>
            <a:ext cx="5852160" cy="1737360"/>
          </a:xfrm>
          <a:prstGeom prst="roundRect">
            <a:avLst>
              <a:gd name="adj" fmla="val 878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4984" y="4681728"/>
            <a:ext cx="534009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SpriteRenderer sr = other.GetComponent&lt;SpriteRenderer&gt;();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(sr != null)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sr.color = Color.red;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03720" y="4480560"/>
            <a:ext cx="4529023" cy="1737360"/>
          </a:xfrm>
          <a:prstGeom prst="roundRect">
            <a:avLst>
              <a:gd name="adj" fmla="val 13158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69480" y="4754880"/>
            <a:ext cx="37975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못 찾으면 에러가 아니라 null 이다.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5349240"/>
            <a:ext cx="37975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GetComponent 는 조용히 null 을 돌려준다. 터지는 건 그 다음 줄이다. 그래서 찾은 다음에 확인해야 한다.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5~6주차에 만든 클래스가 게임에서 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036에서 한 약속을 여기서 완전히 지킨다.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394960" cy="2286000"/>
          </a:xfrm>
          <a:prstGeom prst="roundRect">
            <a:avLst>
              <a:gd name="adj" fmla="val 668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488289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5~6주차 · 콘솔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Enemy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hp = 30;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TakeDamage(int damage)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hp = hp - damage;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46520" y="1965960"/>
            <a:ext cx="4986223" cy="2286000"/>
          </a:xfrm>
          <a:prstGeom prst="roundRect">
            <a:avLst>
              <a:gd name="adj" fmla="val 668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02552" y="2167128"/>
            <a:ext cx="4474159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050회차 · 유니티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Health : MonoBehaviour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currentHealth;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TakeDamage(int damage)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currentHealth -= damage;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4526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콘솔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325112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유니티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982712" y="4526280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무엇이 바뀌었나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58952" y="492861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50932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Enemy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325112" y="5093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Health : MonoBehaviour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982712" y="5093208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컴포넌트가 되려고 상속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549554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56052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325112" y="5605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Debug.Log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982712" y="5605272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찍히는 곳만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600760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61173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TakeDamage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325112" y="61173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TakeDamage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82712" y="6117336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그대로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651967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내가 만든 클래스도 컴포넌트다.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GetComponent 는 유니티 부품만 찾는 게 아니다.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400800" cy="1554480"/>
          </a:xfrm>
          <a:prstGeom prst="roundRect">
            <a:avLst>
              <a:gd name="adj" fmla="val 982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888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 health = other.GetComponent&lt;Health&gt;();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(health != null)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health.TakeDamage(damage); 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953512" y="3749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그렇게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4151376"/>
            <a:ext cx="64008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4315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TakeDamage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53512" y="4315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총알이 부른다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4736592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4846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Die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953512" y="4846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아무도 안 부른다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5266944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53766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Awake 에서 초기화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953512" y="5376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총알이 첫 프레임에 때릴 수 있다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797296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59070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Mathf.Clamp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953512" y="59070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음수 체력을 남기면 체력바가 뒤집힌다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8952" y="6327648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43800" y="1965960"/>
            <a:ext cx="3888943" cy="2103120"/>
          </a:xfrm>
          <a:prstGeom prst="roundRect">
            <a:avLst>
              <a:gd name="adj" fmla="val 10870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09560" y="2240280"/>
            <a:ext cx="31574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public 과 private 을 이유를 갖고 고른다.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3108960"/>
            <a:ext cx="315742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6주차 접근 제한자가 오늘 실제로 필요한 자리다. 문법이 아니라 판단으로 쓴다.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4297680"/>
            <a:ext cx="38889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5에서 IDamageable 이 된다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543800" y="4709160"/>
            <a:ext cx="388894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몬스터든 플레이어든 상자든 맞으면 아픈 건 다 같다. 오늘은 씨앗만 심는다 — "이 코드, 플레이어에도 그대로 붙습니다."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주 흔한 사고.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다섯 개 중 넷은 원본과 복사본을 헷갈린 것이다. 강사용.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01168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240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프리팹 칸에 못 넣음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148072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Hierarchy 에서 끌고 있음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531352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창에서 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284378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30083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원본을 고쳤는데 하나만 안 바뀜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148072" y="300837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Override 가 걸려 있음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31352" y="30083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Overrides → Revert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6118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7764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총알이 안 사라짐 · 에러도 없음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148072" y="37764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Destroy(this) 를 씀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531352" y="37764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gameObject 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437997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5445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체력이 안 깎임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148072" y="4544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Tag Enemy 를 씬에서만 붙임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31352" y="45445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프리팹 모드에서 붙인다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514807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53126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NullReferenceException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5148072" y="53126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없는 부품을 만짐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531352" y="53126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null 체크 또는 TryGetComponent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" y="612648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Project 에 있는 게 원본, 씬에 있는 게 복사본.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10주차 종료 조건.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050 데모에서 한 명씩 확인한다. Phase 5부터는 전부 이 방식이다.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17627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GameObject 를 프리팹으로 만든다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8952" y="270662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633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= 원본, Hierarchy = 복사본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323697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1638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원본을 고쳐 전부 반영시킨다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" y="3767328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36941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Instantiate 로 총알을 발사한다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429768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4224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프리팹 칸은 Project 창에서 끈다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9632" y="217627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Destroy(obj, 시간) 으로 수명을 준다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9632" y="270662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2633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gameObject 와 this 를 구분한다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9632" y="323697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31638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GetComponent 로 남의 부품을 찾는다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3767328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0" y="36941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못 찾으면 null 인 걸 알고 대비한다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9632" y="429768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0" y="4224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체력이 0이면 몬스터가 사라진다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12191695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5321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주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58952" y="56875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몬스터를 E 키로 부르고 있다.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54681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051 – 055회차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579729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코루틴으로 2초마다 저절로 나온다.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10주차 · 찍어내고 없애기</dc:title>
  <dc:subject>PptxGenJS Presentation</dc:subject>
  <dc:creator>WaveBreaker 강의</dc:creator>
  <cp:lastModifiedBy>WaveBreaker 강의</cp:lastModifiedBy>
  <cp:revision>1</cp:revision>
  <dcterms:created xsi:type="dcterms:W3CDTF">2026-09-02T07:11:57Z</dcterms:created>
  <dcterms:modified xsi:type="dcterms:W3CDTF">2026-09-02T07:11:57Z</dcterms:modified>
</cp:coreProperties>
</file>