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8주를 기다린 '내가 조종하는 캐릭터'가 이번 주 마지막에 나온다. 그 얘기를 첫 마디에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039는 037과 038에서 겪게 한 불편을 회수하는 회차다. 순서를 바꾸면 문법 암기가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MonoBehaviour 가 뭐냐고 물으면 '컴포넌트가 되게 해주는 부모 클래스'까지만. 상속 구조를 더 파면 오늘 목표가 날아간다.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저장 -&gt; 유니티로 전환 -&gt; 잠깐 기다림. 이 3단계를 오늘 최소 세 번 소리 내어 반복한다.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중 값 날림은 반드시 나온다. Copy Component -&gt; Paste Component Values 를 그 자리에서 실습시킨다.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033 마무리에 한 예고를 지키는 자리다. 그때 이름을 붙여뒀으니 오늘은 '코드 버전'으로만 소개하면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= 는 '같다'가 아니라 '넣는다'. 4회차에 한 그대로다. 학생이 가장 헷갈리는 지점이라 다시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1f / Time.deltaTime 을 화면에 찍어 학생마다 다른 숫자가 나오는 걸 눈으로 보여준다. 그게 원인이다.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여기가 이 회차의 전부다. '1초 동안 더하면 얼마?' 를 먼저 묻고 학생이 답하게 둔다. 답은 1초. 그다음에 곱셈을 보여준다. 실측: frameCount=267, deltaTime 평균=0.0070, 평균 x 프레임수 = 1.871 = 그때의 Time.time. 합이 곧 경과 시간이다.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038 에서 잰 값이 이걸 뒷받침한다. moveSpeed=3 으로 1.74초 뒤 x=-0.71, 공식값 -6 + 3x1.74 = -0.77, 오차 0.060. 프레임률이 208~228fps 로 흔들렸는데도 위치는 시간 공식대로 나왔다.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이름도 같이 바꾼다. 안 바꾸면 나중에 moveSpeed = 3 을 보고 왜 이렇게 큰지 모른다. / 곱했는데 거의 안 움직인다는 학생이 오늘 1등이다. 값을 안 바꿔서 그렇다. 단위가 바뀌었다고 말해준다.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후 Game 창을 한 번 클릭해야 키가 먹는다. 한/영도 영문이어야 한다. 안 움직인다는 질문의 대부분이 이 둘이다.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WASD 가 되면 3분쯤 그냥 놀게 둔다. 이 순간이 Phase 2 의 목표다. 대각선이 빠른 건 눈치챈 학생에게만 normalized 를 개별로 알려준다.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Active Input Handling 은 Project Settings &gt; Player &gt; Other Settings 에 있다. 바꾸면 에디터 재시작이 필요하다.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3(물리·충돌)는 오늘 것 위에 그대로 쌓인다. 여기서 못 따라온 학생은 9주차에 더 못 따라온다.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034 에서 Rigidbody 를 맛만 보여준 이유가 여기 있다. 조작이 먼저고 물리가 나중이다.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965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8주차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37744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코드로 움직이기.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5661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6주 동안 배운 클래스와 메서드가 드디어 나온다. 새로 배우는 게 아니다.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20840" y="1371600"/>
            <a:ext cx="4572000" cy="2560320"/>
          </a:xfrm>
          <a:prstGeom prst="roundRect">
            <a:avLst>
              <a:gd name="adj" fmla="val 892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C:\Users\user\AppData\Local\Temp\claude\C--Users-user-Github-WaveBreaker\fd97bec6-cef8-4bf5-a447-9a0fa572b36e\scratchpad\shots2\final\039_Delta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1572768"/>
            <a:ext cx="4169664" cy="2157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89320" y="3337560"/>
            <a:ext cx="4572000" cy="2560320"/>
          </a:xfrm>
          <a:prstGeom prst="roundRect">
            <a:avLst>
              <a:gd name="adj" fmla="val 892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1" descr="C:\Users\user\AppData\Local\Temp\claude\C--Users-user-Github-WaveBreaker\fd97bec6-cef8-4bf5-a447-9a0fa572b36e\scratchpad\shots2\final\040_Inp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3538728"/>
            <a:ext cx="4169664" cy="215798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58952" y="5120640"/>
            <a:ext cx="31089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58952" y="5285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036 – 040회차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758952" y="5596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마무리 · 웨이브 브레이커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이번 주 흐름.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040에서 WASD로 움직이는 캐릭터가 완성된다. Phase 2의 산출물이다.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01168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2128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627632" y="221284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첫 스크립트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833872" y="2212848"/>
            <a:ext cx="55988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MonoBehaviour · Start · Update · Debug.Log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279806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99923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037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627632" y="299923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[SerializeField]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5833872" y="2999232"/>
            <a:ext cx="55988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코드를 안 고치고 값만 바꾼다 · Play 모드 함정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5844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78561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038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627632" y="378561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코드로 이동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5833872" y="3785616"/>
            <a:ext cx="55988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transform.position · localPosition · Vector3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437083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457200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039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627632" y="457200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Time.deltaTime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833872" y="4572000"/>
            <a:ext cx="55988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컴퓨터가 달라도 같은 속도로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515721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535838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627632" y="535838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키보드 입력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5833872" y="5358384"/>
            <a:ext cx="55988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WASD 캐릭터 · SetActive · [ContextMenu]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" y="59436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스크립트도 결국 클래스다.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6주 동안 배운 것이 그대로 나온다. 새로 배우는 건 하나도 없다.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394960" cy="1874520"/>
          </a:xfrm>
          <a:prstGeom prst="roundRect">
            <a:avLst>
              <a:gd name="adj" fmla="val 814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488289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5~6주차 · 콘솔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Enemy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Attack()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46520" y="1965960"/>
            <a:ext cx="4986223" cy="1874520"/>
          </a:xfrm>
          <a:prstGeom prst="roundRect">
            <a:avLst>
              <a:gd name="adj" fmla="val 814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02552" y="2167128"/>
            <a:ext cx="4474159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036회차 · 유니티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HelloUnity : MonoBehaviour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Start()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콘솔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325112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유니티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982712" y="4114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같은 것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58952" y="451713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46817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Enemy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325112" y="4681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HelloUnity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982712" y="4681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똑같은 클래스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508406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51937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(상속 없음)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325112" y="5193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MonoBehaviour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982712" y="51937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6주차에 배운 상속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55961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57058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Attack()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325112" y="57058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Start()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82712" y="57058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똑같은 메서드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610819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6217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내가 Main에서 호출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325112" y="6217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유니티가 알아서 호출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982712" y="6217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부르는 사람만 다르다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952" y="662025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Start는 한 번, Update는 매 프레임.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차이가 앞으로 7개월 내내 나온다.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852160" cy="2926080"/>
          </a:xfrm>
          <a:prstGeom prst="roundRect">
            <a:avLst>
              <a:gd name="adj" fmla="val 521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34009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Start()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Debug.Log("한 번만 실행됩니다");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Update()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updateCount++;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(updateCount % 60 == 0)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Debug.Log(updateCount + "번");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903720" y="1965960"/>
            <a:ext cx="4529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Console 출력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903720" y="2331720"/>
            <a:ext cx="4529023" cy="1600200"/>
          </a:xfrm>
          <a:prstGeom prst="roundRect">
            <a:avLst>
              <a:gd name="adj" fmla="val 9543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59752" y="2532888"/>
            <a:ext cx="4016959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안녕하세요, 유니티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가 60번 실행됐습니다.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가 120번 실행됐습니다.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가 180번 실행됐습니다.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4114800"/>
            <a:ext cx="45290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매 프레임 찍으면 Console이 순식간에 잠긴다. 60번에 한 번만 찍어 얼마나 자주 도는지 눈으로 본다.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525780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파일 이름과 클래스 이름이 다르면 스크립트가 안 붙는다.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" y="57150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"Can't add script" 가 뜨면 파일을 지우고 다시 만드는 게 이름 고치는 것보다 빠르다.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private인데 왜 Inspector에 보이나.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6주차 property 이야기와 같은 것이다.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852160" cy="1737360"/>
          </a:xfrm>
          <a:prstGeom prst="roundRect">
            <a:avLst>
              <a:gd name="adj" fmla="val 878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34009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[SerializeField] private float rotateStep = 1.5f;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Update()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transform.Rotate(0f, 0f, rotateStep);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90372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73252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903720" y="2368296"/>
            <a:ext cx="452902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03720" y="2532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732520" y="25328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코드에서는 못 건드린다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3008376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3118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[SerializeField]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732520" y="31181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Inspector 에게만 예외로 연다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3593592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73252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아무 코드나 건드릴 수 있다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03720" y="4178808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4114800"/>
            <a:ext cx="45290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밖에 열어주되, 아무나 못 바꾸게. 필요한 만큼만 여는 게 좋은 습관이다.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4251960"/>
            <a:ext cx="5852160" cy="1783080"/>
          </a:xfrm>
          <a:prstGeom prst="roundRect">
            <a:avLst>
              <a:gd name="adj" fmla="val 12821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24712" y="457200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Play 중에 바꾼 값은 멈추면 사라진다.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" y="50749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Play 중엔 얼마가 좋은지 찾는 것만 한다. 찾았으면 멈추고 그 숫자를 넣는다.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position은 월드, localPosition은 로컬.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033에서 배운 것의 코드 버전이다. 이름이 그대로다.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852160" cy="1371600"/>
          </a:xfrm>
          <a:prstGeom prst="roundRect">
            <a:avLst>
              <a:gd name="adj" fmla="val 11133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3400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Debug.Log("월드: " + transform.position);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Debug.Log("로컬: " + transform.localPosition);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코드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3611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기준점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4014216"/>
            <a:ext cx="58521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41788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transform.position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41788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세계의 원점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4654296"/>
            <a:ext cx="58521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476402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transform.localPosition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47640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부모가 있는 자리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5239512"/>
            <a:ext cx="58521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1965960"/>
            <a:ext cx="4529023" cy="2606040"/>
          </a:xfrm>
          <a:prstGeom prst="roundRect">
            <a:avLst>
              <a:gd name="adj" fmla="val 8772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69480" y="2267712"/>
            <a:ext cx="37975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Inspector에 뜨는 건 항상 로컬이다.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3182112"/>
            <a:ext cx="3797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부모가 없으면 그게 곧 월드인 것뿐이다.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69480" y="3675888"/>
            <a:ext cx="3797503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69480" y="3822192"/>
            <a:ext cx="37975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부모가 없으면 같고, 자식이 되면 다르다.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4846320"/>
            <a:ext cx="45290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 코드로 움직일 때는 position(월드)을 쓴다.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5285232"/>
            <a:ext cx="45290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지금 만드는 물체는 부모가 없어 어느 쪽이든 결과가 같지만, 월드로 생각하는 습관을 먼저 들인다. 로컬로 움직이는 상황은 Phase 5 총구 위치에서 나온다.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위치 + 조금 = 새 위치.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이걸 매 프레임 반복하니까 움직여 보인다.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309360" cy="1188720"/>
          </a:xfrm>
          <a:prstGeom prst="roundRect">
            <a:avLst>
              <a:gd name="adj" fmla="val 1284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797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transform.position = transform.position + Vector3.right * moveStep;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383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조각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050792" y="3383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뜻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3785616"/>
            <a:ext cx="63093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39502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Vector3.right * moveStep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050792" y="39502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오른쪽으로 그만큼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4425696"/>
            <a:ext cx="63093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45354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transform.position + ...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050792" y="45354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자리에서 더한 자리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5010912"/>
            <a:ext cx="63093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5120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transform.position = ...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050792" y="5120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자리로 옮긴다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5596128"/>
            <a:ext cx="63093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60920" y="1965960"/>
            <a:ext cx="4071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가장 많이 나오는 실수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60920" y="2331720"/>
            <a:ext cx="4071823" cy="1280160"/>
          </a:xfrm>
          <a:prstGeom prst="roundRect">
            <a:avLst>
              <a:gd name="adj" fmla="val 1192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16952" y="2532888"/>
            <a:ext cx="355975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transform.position.x = 5f;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컴파일 에러. 통째로 넣어야 한다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60920" y="3794760"/>
            <a:ext cx="4071823" cy="1280160"/>
          </a:xfrm>
          <a:prstGeom prst="roundRect">
            <a:avLst>
              <a:gd name="adj" fmla="val 1192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16952" y="3995928"/>
            <a:ext cx="355975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transform.position = Vector3.right;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움직이는 게 아니라 (1,0,0)에 붙는다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360920" y="5257800"/>
            <a:ext cx="40718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2D여도 position은 Vector3다. Vector2를 쓰면 형 변환 에러가 난다.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컴퓨터마다 속도가 다른가.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037 회전과 038 이동에서 두 번 겪은 그 문제다.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moveStep = 0.05 는 "한 장 그릴 때마다 0.05" 라는 뜻이었다.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컴퓨터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502152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1초에 그리는 장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611112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Time.deltaTime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537192" y="2606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1초에 가는 거리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30083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172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3172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60장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11112" y="3172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0.0167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537192" y="31729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3.0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58952" y="364845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3758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02152" y="37581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144장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611112" y="37581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0.0069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537192" y="375818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7.2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58952" y="423367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480560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좋은 컴퓨터일수록 빨리 간다. 게임에서 이건 최악이다.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758952" y="5074920"/>
            <a:ext cx="10673791" cy="1280160"/>
          </a:xfrm>
          <a:prstGeom prst="roundRect">
            <a:avLst>
              <a:gd name="adj" fmla="val 17857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24712" y="5321808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우리가 원한 건 "한 장마다 얼마"가 아니라 "1초에 얼마" 였다.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" y="5779008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Time.deltaTime 은 직전 한 장을 그리는 데 걸린 시간(초)이다.  deltaTime = 1 / FPS  —  FPS 가 아니라 FPS 를 뒤집은 값이다.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1초 동안 더하면 항상 1이다.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이게 곱하는 이유다. 곱하라고만 하고 넘어가면 문법 암기가 된다.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deltaTime 을 1초 동안 전부 더하면 얼마가 될까?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컴퓨터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130552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1초 동안 프레임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142232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deltaTime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696712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전부 더하면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2962656"/>
            <a:ext cx="64922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1272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30552" y="31272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60번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142232" y="31272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0.0167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96712" y="31272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1초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58952" y="3566160"/>
            <a:ext cx="64922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36758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130552" y="3675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144번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142232" y="36758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0.0069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696712" y="36758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1초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58952" y="4114800"/>
            <a:ext cx="64922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2062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한 장 그리는 데 걸린 시간을 다 더하면 그게 총 걸린 시간이다. 당연하다.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1965960"/>
            <a:ext cx="38432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그래서 곱한다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589520" y="2331720"/>
            <a:ext cx="3843223" cy="2011680"/>
          </a:xfrm>
          <a:prstGeom prst="roundRect">
            <a:avLst>
              <a:gd name="adj" fmla="val 759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45552" y="2532888"/>
            <a:ext cx="3331159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매 프레임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moveSpeed * deltaTime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1초 동안 다 더하면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moveSpeed * 1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moveSpeed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589520" y="4526280"/>
            <a:ext cx="38432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프레임 수가 몇이든 상관없어진다.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" y="4892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컴퓨터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130552" y="4892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장당 이동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507992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1초 동안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8952" y="5294376"/>
            <a:ext cx="64922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8952" y="5458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130552" y="5458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x 0.0167 = 0.05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07992" y="5458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0.05 x 60 = 3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758952" y="5879592"/>
            <a:ext cx="64922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58952" y="5989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130552" y="5989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x 0.0069 = 0.0207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507992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0.0207 x 144 = 3</a:t>
            </a:r>
            <a:endParaRPr lang="en-US" sz="1550" dirty="0"/>
          </a:p>
        </p:txBody>
      </p:sp>
      <p:sp>
        <p:nvSpPr>
          <p:cNvPr id="38" name="Shape 36"/>
          <p:cNvSpPr/>
          <p:nvPr/>
        </p:nvSpPr>
        <p:spPr>
          <a:xfrm>
            <a:off x="758952" y="6409944"/>
            <a:ext cx="64922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89520" y="4956048"/>
            <a:ext cx="38432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빠른 컴퓨터는 더 자주 움직이는 대신 한 번에 조금씩 간다. 결국 같은 거리다.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deltaTime 은 고정값이 아니다.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1/60 은 프레임이 일정하다는 가정이다. 실제로는 매 프레임 다르다.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같은 컴퓨터에서 연속으로 잰 값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377440"/>
            <a:ext cx="64008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5420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30552" y="254203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0.00480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233672" y="25420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208 fps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017520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09067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30552" y="30906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0.00473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233672" y="30906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211 fps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566160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6393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289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130552" y="36393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0.00469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4233672" y="363931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213 fps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4114800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" y="4114800"/>
            <a:ext cx="6803136" cy="548640"/>
          </a:xfrm>
          <a:prstGeom prst="roundRect">
            <a:avLst>
              <a:gd name="adj" fmla="val 27833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41879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309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130552" y="418795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0.00877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4233672" y="418795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114 fps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788152" y="418795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프레임만 두 배 느림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58952" y="4663440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473659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329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130552" y="47365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0.00438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4233672" y="473659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228 fps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952" y="5212080"/>
            <a:ext cx="64008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" y="5440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매 프레임 직전 한 장이 실제로 걸린 시간을 잰 값이 들어온다.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635240" y="1965960"/>
            <a:ext cx="3797503" cy="2514600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01000" y="2286000"/>
            <a:ext cx="30659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렉이 걸려도 보정된다.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8001000" y="2788920"/>
            <a:ext cx="30659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배 느린 프레임에는 deltaTime 도 두 배로 들어온다. 그러니 그만큼 멀리 움직인다.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01000" y="3749040"/>
            <a:ext cx="3065983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01000" y="3913632"/>
            <a:ext cx="30659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프레임이 균일할 필요가 없다.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635240" y="4754880"/>
            <a:ext cx="37975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곱하면 렉 걸린 만큼 손해를 본다.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635240" y="5193792"/>
            <a:ext cx="37975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곱하면 저절로 보정된다. 1초 뒤 위치는 렉이 있든 없든 똑같다.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곱하면 값의 의미가 바뀐다.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값이 갑자기 커져 놀라는데 단위가 바뀐 것이다. 0.05를 60번 하면 3이다.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고치기 전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331720"/>
            <a:ext cx="5486400" cy="1463040"/>
          </a:xfrm>
          <a:prstGeom prst="roundRect">
            <a:avLst>
              <a:gd name="adj" fmla="val 1043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4984" y="2532888"/>
            <a:ext cx="49743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[SerializeField] float moveStep = 0.05f;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 + moveDir * moveStep;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고친 뒤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37960" y="2331720"/>
            <a:ext cx="4894783" cy="1463040"/>
          </a:xfrm>
          <a:prstGeom prst="roundRect">
            <a:avLst>
              <a:gd name="adj" fmla="val 1043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93992" y="2532888"/>
            <a:ext cx="4382719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[SerializeField] float moveSpeed = 3f;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 + moveDir * moveSpeed * Time.deltaTime;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스크립트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이전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611112" y="4160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이후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720072" y="4160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뜻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58952" y="456285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4727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Spinner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02152" y="4727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rotateStep 1.5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611112" y="4727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rotateSpeed 90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720072" y="47274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4초에 한 바퀴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520293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53126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Bouncer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502152" y="53126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scaleStep 0.01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11112" y="53126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scaleSpeed 0.5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720072" y="531266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1초에 0.5씩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8952" y="578815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8952" y="5897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502152" y="5897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moveStep 0.05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611112" y="5897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moveSpeed 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720072" y="5897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1초에 3만큼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8952" y="63733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키를 누르면 숫자가 나온다.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032에서 배운 그대로다. 양수면 오른쪽, 음수면 왼쪽.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486400" cy="1280160"/>
          </a:xfrm>
          <a:prstGeom prst="roundRect">
            <a:avLst>
              <a:gd name="adj" fmla="val 1192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49743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h = Input.GetAxisRaw("Horizontal");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v = Input.GetAxisRaw("Vertical");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누르는 키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953512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3520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3922776"/>
            <a:ext cx="54864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4087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아무것도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953512" y="40873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40873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4562856"/>
            <a:ext cx="54864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46725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 또는 →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953512" y="46725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467258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5148072"/>
            <a:ext cx="54864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5257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또는 ←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953512" y="5257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99432" y="5257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5733288"/>
            <a:ext cx="54864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58430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 또는 ↑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953512" y="58430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99432" y="58430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" y="6318504"/>
            <a:ext cx="54864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8952" y="64282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또는 ↓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953512" y="64282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99432" y="64282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8952" y="6903720"/>
            <a:ext cx="548640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0840" y="1965960"/>
            <a:ext cx="4711903" cy="2103120"/>
          </a:xfrm>
          <a:prstGeom prst="roundRect">
            <a:avLst>
              <a:gd name="adj" fmla="val 726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76872" y="2167128"/>
            <a:ext cx="4199839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Vector3 dir = new Vector3(h, v, 0f);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transform.position =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transform.position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 dir * moveSpeed * Time.deltaTime;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720840" y="4343400"/>
            <a:ext cx="47119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새로 배운 건 첫 두 줄뿐이다.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6720840" y="4800600"/>
            <a:ext cx="47119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나머지는 038·039에서 한 그대로다. 키를 안 누르면 dir이 (0,0,0)이라 안 움직인다 — 조건문이 필요 없다.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— WASD로 움직이는 캐릭터.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8주를 기다린 결과물이다. 서두르지 않는다.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035040" cy="3566160"/>
          </a:xfrm>
          <a:prstGeom prst="roundRect">
            <a:avLst>
              <a:gd name="adj" fmla="val 4282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522976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PlayerMove : MonoBehaviour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[SerializeField] float moveSpeed = 5f;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[SerializeField] GameObject item;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Update()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TODO ①~③ 이동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TODO ④ 스페이스로 item 토글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TODO ⑤ [ContextMenu] 원점으로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086600" y="1965960"/>
            <a:ext cx="4343400" cy="2944368"/>
          </a:xfrm>
          <a:prstGeom prst="roundRect">
            <a:avLst>
              <a:gd name="adj" fmla="val 7764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0" descr="C:\Users\user\AppData\Local\Temp\claude\C--Users-user-Github-WaveBreaker\fd97bec6-cef8-4bf5-a447-9a0fa572b36e\scratchpad\shots2\final\040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7768" y="2167128"/>
            <a:ext cx="3941064" cy="20665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287768" y="4306824"/>
            <a:ext cx="3941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040_Input_Done — Player 와 Item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086600" y="489204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Inspector의 Item 칸이 비어 있으면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5285232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스페이스를 누르는 순간 NullReferenceException 이 난다. Hierarchy에서 드래그해 넣는다.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이번 주 흔한 사고.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미리 알고 있으면 대응이 빨라진다. 강사용.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01168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19456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Can't add script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4873752" y="219456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파일명 ≠ 클래스명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57032" y="219456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파일을 지우고 다시 만든다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27614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9260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고쳤는데 반영이 안 됨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873752" y="292608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 안 함 / 컴파일 대기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57032" y="292608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 → 전환 → 기다림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49300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65760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곱했더니 거의 안 움직임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873752" y="365760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값을 안 바꿈 (0.05 그대로)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57032" y="365760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단위가 바뀌었다. 3으로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42245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438912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NullReferenceException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4873752" y="438912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Inspector 칸이 비어 있음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57032" y="438912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Hierarchy 에서 드래그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49560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5029200"/>
            <a:ext cx="11185855" cy="640080"/>
          </a:xfrm>
          <a:prstGeom prst="roundRect">
            <a:avLst>
              <a:gd name="adj" fmla="val 2385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512064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키를 눌러도 안 움직임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4873752" y="512064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 Input Handling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57032" y="512064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Both 로. 에디터 재시작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6053328"/>
            <a:ext cx="4480560" cy="329184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60533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040 전에 강사가 반드시 확인할 것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559552" y="605332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New 전용이면 Input.GetAxisRaw 가 런타임에 예외를 던진다. 반 전체가 동시에 막힌다.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2 종료 조건.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040 데모에서 한 명씩 확인한다. Phase 3는 이 위에 그대로 쌓인다.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17627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에디터 6개 창의 역할을 말한다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58952" y="272491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651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 키로 오브젝트를 찾는다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327355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Component 를 추가·제거한다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" y="382219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월드 좌표와 로컬 좌표를 구분한다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437083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스크립트를 만들어 GameObject 에 붙인다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9632" y="217627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Start / Update 차이를 한 문장으로 말한다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9632" y="272491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2651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[SerializeField] 를 Inspector 에서 조절한다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99632" y="327355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 중 변경은 저장되지 않음을 안다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382219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움직이는 코드에 Time.deltaTime 을 곱한다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9632" y="437083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WASD 로 캐릭터를 움직인다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" y="5029200"/>
            <a:ext cx="10673791" cy="1188720"/>
          </a:xfrm>
          <a:prstGeom prst="roundRect">
            <a:avLst>
              <a:gd name="adj" fmla="val 19231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24712" y="5285232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하나라도 안 되는 학생이 있으면 이번 주 안에 개별 시간을 잡는다.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1124712" y="5760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Snapshot_P2.zip 을 전원에게 배포한다. 못 따라온 학생은 다음 주에 이걸 열고 시작한다.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주부터 Phase 3.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9~11주차. 유니티 2D 핵심.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10312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33172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041–045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404872" y="23317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2D 물리와 충돌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428232" y="2331720"/>
            <a:ext cx="50045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034에서 맛만 본 Rigidbody 를 제대로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293522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313639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046–050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404872" y="313639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프리팹과 코루틴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428232" y="3136392"/>
            <a:ext cx="50045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총알을 찍어내고 몬스터를 스폰한다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73989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94106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051–055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404872" y="394106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체력과 피격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428232" y="3941064"/>
            <a:ext cx="50045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총알이 몬스터를 맞히면 체력이 깎인다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45445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937760"/>
            <a:ext cx="12191695" cy="1920240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5321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주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58952" y="56875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이제 캐릭터가 벽을 뚫고 지나간다.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54681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041 – 055회차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579729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부딪히게 만드는 것부터 시작한다.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8주차 · 코드로 움직이기</dc:title>
  <dc:subject>PptxGenJS Presentation</dc:subject>
  <dc:creator>WaveBreaker 강의</dc:creator>
  <cp:lastModifiedBy>WaveBreaker 강의</cp:lastModifiedBy>
  <cp:revision>1</cp:revision>
  <dcterms:created xsi:type="dcterms:W3CDTF">2026-09-02T04:57:27Z</dcterms:created>
  <dcterms:modified xsi:type="dcterms:W3CDTF">2026-09-02T04:57:27Z</dcterms:modified>
</cp:coreProperties>
</file>