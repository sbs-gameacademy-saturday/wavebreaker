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덱은 '안 배우는 것 목록' 이 아니라 '더 배워야 하는 것' 이다. 001-030 은 문법의 최소 집합일 뿐이고, 유니티 구간에서 이 열 가지가 실제로 필요해진다. 절반이 성능 이야기인 이유는 게임이 매 프레임 도는 프로그램이기 때문이다.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16.7 ms 라는 숫자를 칠판에 쓴다. 60 FPS 를 유지하려면 한 프레임에 쓸 수 있는 시간이 그것뿐이다. 이 숫자가 이후 성능 슬라이드 전부의 기준이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C++ 은 직접 지우고 C# 은 알아서 지워준다. 편한 대신 '언제' 를 못 고른다. 그래서 게임에서는 아예 쓰레기를 안 만드는 쪽으로 간다. 그 방법이 다음 장의 풀링이다.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풀링은 유니티에만 있는 개념이 아니다. 서버의 커넥션 풀, 스레드 풀도 같은 생각이다. '비싼 것을 미리 만들어 두고 돌려 쓴다.' 현업 면접에서도 자주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재사용 비율 59% 는 12초 플레이 기준이다. 오래 할수록 이 비율이 올라간다. 처음 몇 초는 서랍이 비어 있어서 만들 수밖에 없기 때문이다.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번째가 압도적으로 흔하다. 재활용 정확성 실측에서 '죽인 뒤 다시 꺼내면 체력 10' 을 확인했고, 총알은 속도 (12,0) → 재활용 시 (0,12) 로 방향이 바뀌는 걸 봤다. 세 가지를 미리 말해주면 시간을 크게 아낀다.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원래 문서는 '렉을 겪고 풀링으로 해결한다' 였다. 재보니 풀링만으로는 13.6 FPS 였고 maxAlive=250 이 442.3 을 만들었다. 강의안 101·103 과 Phase 8 문서를 그때 고쳤다. 현업에서도 프로파일러를 보기 전에 원인을 단정하지 말라는 이야기가 이것이다.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FPS 면 170 B x 60 = 초당 약 10 KB, 10분이면 약 6 MB 다(계산값). 우리 게임 규모에서는 문제가 안 되지만 원리는 알아야 한다. 실제 상용 프로젝트에서 프레임 저하 원인 1위가 이런 매 프레임 할당이다.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박싱은 노베이스에게 어려운 개념이라 101회차 이후에 다룬다. 요점은 '값 타입을 object 로 취급하면 힙을 쓴다' 하나다. 왜 List&lt;int&gt; 가 ArrayList 보다 나은지의 답이기도 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버그를 찾을 때 '이 값이 어디서 바뀌었지' 를 추적하게 되는데, private set 이면 후보가 그 클래스 안으로 좁혀진다. 그게 property 의 진짜 값어치다. 현업에서 코드 리뷰 지적 1순위이기도 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싱글 구간에서는 폴링으로 충분해서 이벤트를 한 번도 안 쓴다. 네트워크에서는 값이 언제 올지 모르기 때문에 이벤트가 필수가 된다. 구독 해제(-=)를 빼먹으면 사라진 오브젝트를 계속 부른다 — 현업 메모리 누수 원인 1위다.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함정은 언어를 가리지 않는다. 자바스크립트 var 문제와 같은 이야기다. 085회차 코드에 '반복문 변수를 그대로 쓰면 전부 마지막 값이 된다' 는 주석이 실제로 달려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HashSet 과 Stack 은 우리 게임에 자리가 없을 뿐 현업에서는 자주 쓴다. 그래서 '안 배운다' 가 아니라 '언제 쓰는지만 알아두자' 로 말한다. 자료구조 이름 외우기 대신 표의 왼쪽 칸을 외우게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꺾쇠 괄호를 처음 보면 겁을 먹는다. '담을 것의 종류를 적는 칸' 이라고만 말해주면 넘어간다. 제네릭 클래스를 직접 설계하는 건 이 과정 범위 밖이고, 현업에서도 흔한 일은 아니다.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124회차에서 우리도 'Play 모드가 아니면 초기화 실패' 를 겪었다. async/await 는 이미 RelayConnector 에서 쓰고 있지만 문법을 따로 가르치지는 않는다 — 읽을 수 있으면 된다고 말해준다.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101–103 이 이 덱의 중심이다. 별표를 붙인 이유가 그것이다. 풀링은 현업 기본기이고 우리 커리큘럼에서도 실제로 만든다. 나머지는 그 주변 지식이다.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19659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부록 A · 심화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237744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더 알아야 하는 것.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34564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문법 30회차로는 게임이 안 굴러간다 — 현업이 쓰는 것들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8952" y="420624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4434840"/>
            <a:ext cx="35579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성능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4736592"/>
            <a:ext cx="32836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힙 · GC · 풀링 · 문자열 · 박싱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316882" y="4434840"/>
            <a:ext cx="35579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구조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316882" y="4736592"/>
            <a:ext cx="32836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Property · Event · 람다 · 자료구조 · 제네릭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874813" y="4434840"/>
            <a:ext cx="35579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안전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874813" y="4736592"/>
            <a:ext cx="32836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Exception · 그리고 더 만날 것들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게임은 초당 60번 도는 프로그램이다.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그래서 일반 프로그래밍과 신경 쓰는 곳이 다르다.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묶음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770632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793992" y="1920240"/>
            <a:ext cx="4636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게임에서 특히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487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성능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770632" y="24871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힙 · GC · 풀링 · 문자열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6793992" y="2487168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1프레임에 16 ms 밖에 없다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8803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9900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구조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770632" y="29900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Property · Event · 자료구조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6793992" y="2990088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20회차 뒤에도 고칠 수 있어야 한다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3832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4930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안전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770632" y="34930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Exception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6793992" y="3493008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잘못이 아닌 실패가 있다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38862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427024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001–030 은 문법의 최소 집합이다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" y="4727448"/>
            <a:ext cx="106737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그걸로 콘솔 프로그램은 만들어진다. 그런데 몬스터 3000마리가 나오는 순간 다른 지식이 필요해진다. 이 덱이 그 목록이다.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성능 ①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만들고 없애면 쓰레기가 쌓인다.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 쓰레기를 치우는 순간 화면이 끊긴다.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5760720" cy="2418588"/>
          </a:xfrm>
          <a:prstGeom prst="roundRect">
            <a:avLst>
              <a:gd name="adj" fmla="val 6314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5248656" cy="2016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스택 — 함수가 끝나면 저절로 사라진다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hp = 20;   Vector2 dir;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힙 — 아무도 안 쓰게 되면 '쓰레기'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GameObject go = Instantiate(prefab);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Destroy(go);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청소기(GC)가 언제 도는지 우리가 못 정한다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하필 전투 중에 돌면 그때 끊긴다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101회차 실측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50976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766560" y="2322576"/>
            <a:ext cx="4663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2487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살아있는 몬스터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9509760" y="24871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3668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283464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2944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평균 FPS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9509760" y="29443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45.2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329184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34015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Destroy 500개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9509760" y="34015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+4 KB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374904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459486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C# 은 메모리를 알아서 치워준다 — 대신 언제 치울지는 못 정한다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" y="505206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이게 게임에서 문제가 되는 이유다. 자료 : Chapter5/Class4(스택과 힙) · Class13(박싱)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성능 ②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오브젝트 풀링 — 현업의 기본기다.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안 만들고 안 없앤다. 껐다 켠다.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874520"/>
            <a:ext cx="5760720" cy="2007108"/>
          </a:xfrm>
          <a:prstGeom prst="roundRect">
            <a:avLst>
              <a:gd name="adj" fmla="val 760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075688"/>
            <a:ext cx="5248656" cy="160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[안 쓰면]  필요하다 → Instantiate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죽었다   → Destroy       → 쓰레기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[풀링]     필요하다 → 서랍에서 꺼내 SetActive(true)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죽었다   → SetActive(false) 로 서랍에 넣기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오브젝트는 계속 살아 있다. 쓰레기가 안 생긴다.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766560" y="1874520"/>
            <a:ext cx="4663440" cy="2212848"/>
          </a:xfrm>
          <a:prstGeom prst="roundRect">
            <a:avLst>
              <a:gd name="adj" fmla="val 690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22592" y="2075688"/>
            <a:ext cx="415137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PoolManager.cs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readonly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Dictionary&lt;GameObject,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Queue&lt;GameObject&gt;&gt;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drawers;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프리팹 → 그 프리팹의 서랍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서랍 안 = Queue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434340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총알 · 몬스터 · 이펙트 · 데미지 숫자 — 자주 나고 죽는 것 전부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48006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우리는 102·103회차에서 몬스터 · 총알 · 젬 · 죽음 이펙트에 넣었다. 자료 : Chapter6/Class4(Dictionary) · Class6(Queue)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성능 ③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얼마나 싸지나 — 재봤다.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21주차 실측 · 500개씩 · 몸풀기 후.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1389888"/>
          </a:xfrm>
          <a:prstGeom prst="roundRect">
            <a:avLst>
              <a:gd name="adj" fmla="val 1098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Instantiate 500개 : 9.2 ms   (1개당 18 µs)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Destroy     500개 : 2.0 ms   (1개당  4 µs)    관리 힙 +4 KB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SetActive 껐다 켜기 : 2.6 ms  (1개당  5 µs)   힙 0 KB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584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050792" y="3584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Instantiate + Destroy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708392" y="3584448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풀링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8952" y="3986784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41513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1개 비용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050792" y="41513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µs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08392" y="4151376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µs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449884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46085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남는 쓰레기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4050792" y="46085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KB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08392" y="4608576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KB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495604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50657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12초 정상 플레이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4050792" y="50657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708392" y="5065776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만든 것 15 · 재사용 22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541324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568756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만드는 비용 22 µs → 5 µs, 쓰레기 4 KB → 0 KB. 이게 풀링이 주는 것이다.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성능 ④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풀링을 넣으면 반드시 겪는 세 가지.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우리도 102·103회차에서 다 겪었다.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증상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99432" y="1920240"/>
            <a:ext cx="6830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진짜 원인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4871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재활용된 몬스터가 체력 0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2487168"/>
            <a:ext cx="6830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Start 는 처음 한 번만 돈다 → 초기화를 OnEnable 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8803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9900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총알이 엉뚱한 방향으로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990088"/>
            <a:ext cx="6830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방향을 만든 뒤에 줬다 → 꺼낼 때 같이 줘야 한다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3832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3493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서랍 속 물건이 사라진다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4599432" y="3493008"/>
            <a:ext cx="6830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Destroy(go, 초) 예약은 풀링과 같이 못 쓴다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8862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" y="4270248"/>
            <a:ext cx="10673791" cy="1595628"/>
          </a:xfrm>
          <a:prstGeom prst="roundRect">
            <a:avLst>
              <a:gd name="adj" fmla="val 957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4984" y="4471416"/>
            <a:ext cx="10161727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🚨 Start 는 처음 한 번만. 서랍에서 꺼낼 때는 안 돈다.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Start()    { health = maxHealth;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OnEnable 은 SetActive(true) 마다 돈다.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OnEnable() { health = maxHealth; }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58952" y="603046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풀링의 어려움은 문법이 아니라 "초기화를 어디서 하느냐" 다.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성능 ⑤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그런데 풀링만으로는 프레임이 안 살아났다.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21주차에 실제로 재보고 강의안을 고쳤다.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상태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965192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살아있는 몬스터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074152" y="1920240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평균 FPS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0066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4871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풀링 ✗ · 상한 ✗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965192" y="24871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3668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074152" y="2487168"/>
            <a:ext cx="3355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45.2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8529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9626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풀링 ✓ · 상한 ✗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4965192" y="29626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2757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074152" y="2962656"/>
            <a:ext cx="3355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13.6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32841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4381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풀링 ✓ · 상한 250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4965192" y="34381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210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074152" y="3438144"/>
            <a:ext cx="3355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442.3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380390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187952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프레임을 살린 건 풀링이 아니라 개수 상한이었다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" y="4645152"/>
            <a:ext cx="106737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화면에 3000마리가 있으면 만드는 비용과 무관하게 그리고 움직이는 비용이 든다. 풀링이 준 것은 따로 있다 — 만드는 비용과 쓰레기.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58952" y="5294376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"풀링을 넣으면 빨라진다" 는 반만 맞는 말이다. 재보고 알았다.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성능 ⑥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매 프레임 문자열을 만들고 있다.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우리 HUD 코드에 이미 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5760720" cy="2007108"/>
          </a:xfrm>
          <a:prstGeom prst="roundRect">
            <a:avLst>
              <a:gd name="adj" fmla="val 760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5248656" cy="160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HUDView.cs — Update() 안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levelLabel.text = $"Lv.{playerLevel.Level}";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timeLabel.text  = $"{total/60:00}:{total%60:00}";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killLabel.text  = $"처치 {Kills}";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값이 안 바뀌어도 매 프레임 새 문자열을 만든다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string 은 한 번 만들면 못 바꾼다 (불변)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766560" y="1920240"/>
            <a:ext cx="4663440" cy="2212848"/>
          </a:xfrm>
          <a:prstGeom prst="roundRect">
            <a:avLst>
              <a:gd name="adj" fmla="val 690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22592" y="2121408"/>
            <a:ext cx="415137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실측 · 20만 회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매 프레임 만든다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Mono 힙 +33,168 KB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1회당 약 170 B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값이 바뀔 때만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Mono 힙 0 KB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438912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StringBuilder 가 왜 있는지가 여기서 나온다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484632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문자열을 자주 만드는 코드는 쓰레기를 계속 만든다. 값이 바뀔 때만 만들거나 StringBuilder 를 쓴다. 자료 : Chapter3/Class5(불변) · Class6(StringBuilder)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성능 ⑦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박싱 — 조용히 힙을 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코드만 봐서는 안 보인다.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2007108"/>
          </a:xfrm>
          <a:prstGeom prst="roundRect">
            <a:avLst>
              <a:gd name="adj" fmla="val 760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160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hp = 20;              // 스택. 공짜다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 o = hp;            // 🚨 박싱 — 힙에 상자를 만든다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이런 데서 조용히 일어난다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Debug.Log("체력 " + hp);            // int → object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list.Add(hp);  // ArrayList 처럼 object 를 담는 자료구조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2016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4201668"/>
            <a:ext cx="6830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4604004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47685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문제인가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4768596"/>
            <a:ext cx="6830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 프레임 돌면 쓰레기가 쌓인다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511606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52257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어떻게 피하나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4599432" y="5225796"/>
            <a:ext cx="6830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List&lt;int&gt; 처럼 제네릭을 쓴다 (14장)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557326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56829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자료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4599432" y="5682996"/>
            <a:ext cx="6830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Chapter5/Class13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603046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630478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제네릭이 왜 생겼는지가 여기서 나온다 — 박싱을 안 하려고.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구조 ①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Property — 아무나 못 바꾸게 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필드를 열어두면 체력이 -999가 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1801368"/>
          </a:xfrm>
          <a:prstGeom prst="roundRect">
            <a:avLst>
              <a:gd name="adj" fmla="val 847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🚨 열어두면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 current;              // 어디서든 hp.current = -999;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읽기만 열고, 바꾸는 건 메서드로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 Current { get; private set;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TakeDamage(int amount) { ... }   // 여기서만 바뀐다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9959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회차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404872" y="3995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어디에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245352" y="3995928"/>
            <a:ext cx="5184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무엇을 지키나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8952" y="4398264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456285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024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404872" y="45628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처음 배운다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6245352" y="4562856"/>
            <a:ext cx="5184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은닉성 바로 다음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49103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502005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070·081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404872" y="50200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PlayerHealth · PlayerLevel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6245352" y="5020056"/>
            <a:ext cx="5184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체력·경험치를 한 곳에서만 바꾼다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53675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547725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404872" y="54772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CameraFollow.Span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5477256"/>
            <a:ext cx="5184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카메라가 계산한 값을 밖에서 못 건드린다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58247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6099048"/>
            <a:ext cx="10673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자료 : Chapter7/Class3 · Chapter5/Class8(은닉성)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구조 ②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Delegate 와 Event — 115회차에 처음 필요해진다.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"바뀌면 알려줘" 를 코드로 쓰는 법.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2212848"/>
          </a:xfrm>
          <a:prstGeom prst="roundRect">
            <a:avLst>
              <a:gd name="adj" fmla="val 690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지금 우리 HUD — 매 프레임 물어본다 (폴링)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Update() { healthBar.Set(playerHealth.Current, playerHealth.Max);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115회차 NetworkHealthDemo.cs — 바뀔 때만 불린다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Health.OnValueChanged += OnHealthChanged;    // 구독한다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Health.OnValueChanged -= OnHealthChanged;    // 🚨 반드시 뗀다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OnHealthChanged(int before, int after) { ... 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389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867912" y="4389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폴링 (매 프레임 물어본다)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708392" y="438912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이벤트 (바뀌면 알려준다)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8952" y="479145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4956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언제 도나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867912" y="49560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60번/초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08392" y="4956048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값이 바뀔 때만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528523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5394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누가 누구를 아나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3867912" y="5394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 가 데이터를 안다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08392" y="5394960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데이터는 UI 를 모른다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572414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구조 ③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람다 — 그리고 반복문에서 반드시 걸리는 함정.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085회차에 이미 만났다.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2624328"/>
          </a:xfrm>
          <a:prstGeom prst="roundRect">
            <a:avLst>
              <a:gd name="adj" fmla="val 581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085회차 LevelUpView.cs — 이름 없는 함수를 그 자리에서 넘긴다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buttons[i].onClick.AddListener(() =&gt; Choose(data));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🚨 반복문 변수를 그대로 담으면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3; i++)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cards[i].onClick.AddListener(() =&gt; Choose(i));   // 전부 마지막 값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복사본을 만들어 담는다 — NetworkLevelUpView.cs 실제 코드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index = i;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cards[i].onClick.AddListener(() =&gt; Choose(index));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80060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람다가 바깥 변수를 "들고 간다" — 이걸 클로저라고 한다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5257800"/>
            <a:ext cx="106737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값을 복사해 가는 게 아니라 변수 자체를 붙잡는다. 그래서 반복이 끝난 뒤의 값이 보인다. 자료 : Chapter7/Class7(람다) · Chapter4/Class7(클로저)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구조 ④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언제 무엇을 쓰나.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이름을 아는 것보다 고르는 기준이 중요하다.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이럴 때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416552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쓴다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793992" y="1783080"/>
            <a:ext cx="4636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우리 프로젝트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18541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350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순서대로 여러 개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416552" y="2350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List&lt;T&gt;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793992" y="2350008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 목록(095) · 카드(082) · 스폰 지점(073)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66090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770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키로 바로 찾기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4416552" y="2770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Dictionary&lt;K,V&gt;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93992" y="2770632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풀 서랍(102) — 프리팹 → 서랍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0815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1912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넣은 순서대로 꺼내기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4416552" y="31912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Queue&lt;T&gt;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793992" y="3191256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서랍 안에 쌓인 오브젝트(102)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350215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중복 없이 담기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4416552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HashSet&lt;T&gt;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793992" y="3611880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씀 — 현업에선 "이미 처리함" 표시에 흔하다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392277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4032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마지막 것부터 꺼내기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4416552" y="40325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Stack&lt;T&gt;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793992" y="4032504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씀 — 되돌리기 · UI 창 스택에 쓴다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8952" y="43434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" y="4672584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"찾는 데 얼마나 걸리나" 가 고르는 기준이다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758952" y="5129784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List 에서 특정 값을 찾으려면 처음부터 훑는다. Dictionary 는 키로 바로 간다. 풀 서랍이 Dictionary 인 이유가 그것이다. 자료 : Chapter6 전체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구조 ⑤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제네릭 — 담을 것의 종류를 적는 칸.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만들 일은 없다. 읽을 줄만 알면 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10673791" cy="2212848"/>
          </a:xfrm>
          <a:prstGeom prst="roundRect">
            <a:avLst>
              <a:gd name="adj" fmla="val 690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10161727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List&lt;int&gt;                              // int 을 담는 목록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Dictionary&lt;GameObject, Queue&lt;GameObject&gt;&gt;   // 풀 서랍(102)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NetworkVariable&lt;int&gt;                   // int 을 동기화하는 상자(115)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제네릭이 없던 시절 — 박싱이 일어난다 (9장)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 list = new ArrayList();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list.Add(20);        // int → object 로 상자에 담긴다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hp = (int)list[0];  // 꺼낼 때 캐스팅도 필요하다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38912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꺾쇠 안은 "무엇을 담느냐" 다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4846320"/>
            <a:ext cx="106737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타입을 미리 정해두면 컴파일러가 실수를 잡아주고, 박싱도 안 일어난다. 016회차 List&lt;int&gt; 에서 이미 지나간 문법이다. 자료 : Chapter7/Class1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안전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 잘못이 아닌 실패 — 그리고 앞으로 더 만날 것.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124회차 Relay 에서 처음 필요해진다.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874520"/>
            <a:ext cx="5760720" cy="2624328"/>
          </a:xfrm>
          <a:prstGeom prst="roundRect">
            <a:avLst>
              <a:gd name="adj" fmla="val 581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075688"/>
            <a:ext cx="5248656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RelayConnector.cs — 124회차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alloc = await RelayService.Instance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.CreateAllocationAsync(max - 1);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 (Exception e)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Debug.Log("방 만들기 실패 — " + e.Message);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현업에서 더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23544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어디에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766560" y="2276856"/>
            <a:ext cx="4663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2441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async / await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9235440" y="2441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네트워크 · 로딩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2734056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28437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LINQ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8437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목록 걸러내기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3136392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Reflection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에디터 툴 · 저장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3538728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36484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Nullable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36484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"값 없음" 표현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66560" y="3941064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66560" y="40507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정규식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9235440" y="40507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툴 · 데이터 검증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66560" y="4343400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4718304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인터넷이 끊기면 내 코드가 맞아도 실패한다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" y="5175504"/>
            <a:ext cx="106737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그때 게임이 멈추지 않게 하는 게 try/catch 다. 오른쪽 다섯 가지는 이 과정에 자리가 없지만 취업하면 첫 달에 만난다. 자료 : Chapter7/Class8 · Class9 · Class10 · Chapter3/Class9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언제 배우나 — 전부 자리가 정해져 있다.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예습할 필요 없다. 그 회차에 그 자리에서 한다.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37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회차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221992" y="1737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245352" y="1737360"/>
            <a:ext cx="5184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자료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" y="21396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3042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024·070·081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221992" y="23042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Property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6245352" y="2304288"/>
            <a:ext cx="5184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Ch7/Class3 · Ch5/Class8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59689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7066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085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221992" y="27066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람다 · 클로저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6245352" y="2706624"/>
            <a:ext cx="5184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Ch7/Class7 · Ch4/Class7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299923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108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101–103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221992" y="3108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힙 · GC · 풀링 · 박싱 ⭐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6245352" y="3108960"/>
            <a:ext cx="5184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Ch5/Class4 · Class13 · Ch6/Class4 · Class6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340156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35112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221992" y="35112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Delegate · Event · 제네릭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3511296"/>
            <a:ext cx="5184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Ch7/Class4 · Class6 · Class1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380390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3913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221992" y="3913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Exception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6245352" y="3913632"/>
            <a:ext cx="5184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Ch7/Class8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" y="42062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937760"/>
            <a:ext cx="12191695" cy="1920240"/>
          </a:xfrm>
          <a:prstGeom prst="roundRect">
            <a:avLst>
              <a:gd name="adj" fmla="val 1190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8952" y="532180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절반이 성능 이야기인 이유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758952" y="56875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 프레임에 16 ms 뿐이다.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9052560" y="54681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자료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052560" y="579729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CSharpStudyProject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7개 챕터 · 78개 파일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부록 A · 더 알아야 하는 것</dc:title>
  <dc:subject>PptxGenJS Presentation</dc:subject>
  <dc:creator>WaveBreaker 강의</dc:creator>
  <cp:lastModifiedBy>WaveBreaker 강의</cp:lastModifiedBy>
  <cp:revision>1</cp:revision>
  <dcterms:created xsi:type="dcterms:W3CDTF">2026-09-03T09:59:35Z</dcterms:created>
  <dcterms:modified xsi:type="dcterms:W3CDTF">2026-09-03T09:59:35Z</dcterms:modified>
</cp:coreProperties>
</file>