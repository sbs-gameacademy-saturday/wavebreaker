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주차를 통과하면 이후 무슨 일이 있어도 모든 학생이 완성작을 갖는다. Phase 9(네트워크)가 실패해도 종강 때 보여줄 게 있다. 이 5회차는 무슨 일이 있어도 사수한다.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091~092(Anchor)에서도, 097(씬 전환)에서도 같은 순서를 썼다. 이번이 마지막이다. Phase 9 부터는 불편을 겪게 할 여유가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실수를 그대로 강의안에 넣었다. 학생도 똑같이 겪는다. 17주차 자석 검증 때도 같은 함정에 빠졌었다 — timeScale 확인은 이 프로젝트의 상비 점검 항목이다.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몬스터가 3000마리면 FixedUpdate 가 매 프레임 3000번 돈다. Deep Profile 을 잠깐 켜서 어느 함수가 비싼지 보여줘도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문서는 '렉을 풀링으로 해결한다' 고 썼지만, 재보니 그렇지 않았다. 이 슬라이드가 그 정정이다. 풀링만 하고 '왜 여전히 느리지' 가 나오면 곤란하다.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풀링은 노베이스가 개념적으로 가장 많이 막히는 주제다. 코드보다 비유가 먼저다. 실물 컵을 들고 설명해도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Awake → OnEnable → Start 순서를 Debug.Log 로 찍어보게 하는 도전 과제를 넣었다. 순서를 몸으로 알면 이후 사고가 확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일부러 지우고 실행해 보여준다. 몬스터가 한 마리도 안 나오는데 Console 은 조용하다. 이 조합이 학생을 가장 오래 잡아둔다.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도전 과제로 Destroy 예약을 되살려 서랍 속 총알이 사라지는 걸 직접 보게 한다. 말로만 하면 안 믿는다.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Instantiate 는 Start 가 다음 프레임에 돌아서 '만들고 나서 방향 주기' 가 통했다. 풀링은 그 자리에서 OnEnable 이 돈다. 순서가 바뀐 것이 핵심이다.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보스는 상한 밖이다. SpawnBoss 에 상한을 걸면 보스가 안 나온다 — 흔한 사고표에 넣었다.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둘 다 필요하다 — 상한은 프레임을, 풀링은 비용과 쓰레기를 잡는다. 최적화는 어려운 걸 많이 하는 게 아니라 어디가 비싼지 찾는 게 일이다. 이 표가 그 예시다.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위험 신호표에서 '가장 비싼 사고' 로 표시한 항목이다. 104회차 시작 7분을 통째로 이 점검에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Resizable Window 를 켤 수 있는 건 091~092에서 해상도 대응을 해뒀기 때문이다. 그 회차가 여기서 값을 한다는 걸 짚어준다.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빌드 화면 자체는 강사가 캡처하지 못했다 — 다른 창이 앞에 있었다. 수업에서는 학생 화면 공유로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마지막에 반드시 하는 말: 여러분은 오늘 게임 하나를 완성했다. 다음 주부터 하는 건 여기에 얹는 것이고, 잘 안 돼도 오늘 만든 건 그대로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분기점.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456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101–105 · Phase 8 · 이번 주가 끝나면 .exe 를 갖는다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렉을 겪는다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93710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102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893710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풀링 ① 몬스터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8468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103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8468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풀링 ② + 개수 상한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63227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104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163227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밸런싱 · 빌드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97985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105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97985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상호 테스트 · 백업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풀링을 100회차까지 미룬 이유.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처음부터 풀링으로 짜면 '왜 이렇게 복잡하지' 만 남는다.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050792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골드메탈 강좌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708392" y="187452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2768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441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풀링을 언제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050792" y="2441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06강 (초반)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08392" y="244144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102회차 (거의 끝)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44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학생이 얻는 것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050792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베낀다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08392" y="294436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해결책으로 기억한다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3375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447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전제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4050792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진도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08392" y="344728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노베이스 · 불편을 먼저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8404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22452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불편을 먼저 겪게 하는 마지막 회차다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4681728"/>
            <a:ext cx="106737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Phase 5부터 100회차까지 몬스터·총알·젬을 전부 Instantiate / Destroy 로 만들어 왔다. 그걸 먼저 겪게 하고 고친다. 원칙 4번의 마지막 적용 지점이다.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'느린 것 같다' 는 측정이 아니다.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숫자로 재야 고칠 자리를 찾는다.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5760720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52486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Time.frameCount              지금까지 그린 프레임 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Time.realtimeSinceStartup    진짜 시계 (timeScale 을 안 탄다)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평균 FPS = 흐른 프레임 수 / 흐른 시간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프로파일러에서 볼 것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66560" y="232257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487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FixedUpdate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 Move()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2907792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438144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3547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GC.Alloc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3547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쓰레기가 생긴 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3968496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67588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겪은 것 — 재기 전에 timeScale 을 확인하지 않았다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4133088"/>
            <a:ext cx="106737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처음 잴 때 레벨업 창이 열려 있었다. timeScale = 0 이라 게임이 멈춘 상태였고 '몬스터 4764마리인데 458 FPS' 라는 엉터리 결과가 나왔다. 멈춘 게임은 당연히 빠르다.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원인 (가) — 오브젝트가 많다.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에디터 · 1280x720 · 플레이어 무적 상태에서 잰 값.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살아 있는 몬스터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평균 FPS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31352" y="1965960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78815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435.9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531352" y="2532888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90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88152" y="2990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421.7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531352" y="2990088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3375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47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917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788152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368.1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31352" y="3447288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여기부터 체감된다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7947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788152" y="3904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263.0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531352" y="3904488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2519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3616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3668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788152" y="4361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531352" y="4361688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배 가까이 느려졌다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47091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07492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1000마리 근처부터 눈에 띄게 떨어진다.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553212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숫자는 컴퓨터마다 다르다. 곡선의 모양이 같으면 된다. 학생 각자가 자기 컴퓨터에서 재게 하고, 그 값을 칠판에 모은다.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원인 (나) — 만들고 버리기가 비싸다.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500개씩 재본 값.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Instantiate 500개 : 9.2 ms   (1개당 18 µs)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     500개 : 2.0 ms   (1개당  4 µs)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합계 11.2 ms → 60FPS 한 프레임(16.7ms) 기준 0.7프레임 분량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관리 힙 4 KB 증가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SetActive 껐다 켜기 500개 : 2.6 ms  (1개당 5 µs)   힙 0 KB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1148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그런데 우리 게임은 초당 2~3마리만 만든다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5720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초당 3마리면 66 µs 다. 한 프레임이 16700 µs 인데. 즉 만들고 버리는 비용은 우리 게임에서 프레임을 안 잡아먹는다.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5175504"/>
            <a:ext cx="10673791" cy="786384"/>
          </a:xfrm>
          <a:prstGeom prst="roundRect">
            <a:avLst>
              <a:gd name="adj" fmla="val 19419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5175504"/>
            <a:ext cx="1005199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풀링(102·103)은 (나)를 고친다. (가)는 개수 상한을 걸어야 고쳐진다.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쓰레기통 대신 서랍.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컵을 버리지 말고 씻어서 다시 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(Instantiate / Destroy)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08392" y="192024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만들 때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487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 만든다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08392" y="248716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서랍에서 꺼낸다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90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 쓰면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2990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버린다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08392" y="299008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서랍에 넣는다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93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비용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3493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µs + 쓰레기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08392" y="349300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µs + 쓰레기 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886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4270248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4984" y="4471416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서랍에 넣기 = SetActive(false)   →  Despawn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꺼내기      = SetActive(true)    →  Spawn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오브젝트는 안 없어진다. 그냥 꺼져 있는 것이다.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5673852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씻지 않고 다시 쓰면? 몬스터가 체력 0 인 채로 나온다. 그게 오늘 두 번째 내용이다.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Start 는 한 번만 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재활용하면 오브젝트가 새로 안 생긴다 — 그래서 Start 가 안 돈다.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함수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136392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도는가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08392" y="192024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풀링에서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Awake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36392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오브젝트가 생길 때 한 번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08392" y="248716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Update 직전 한 번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08392" y="294436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번만 — 문제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OnEnable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136392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켜질 때마다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08392" y="340156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— 상태를 되돌리는 자리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OnDisable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136392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꺼질 때마다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08392" y="385876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4553712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4984" y="4754880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virtual void OnEnable()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AliveCount++;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currentHealth = maxHealth;   // 이걸 안 하면 지난 판의 체력 0 을 갖고 나온다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8952" y="63322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자식 4종도 base.OnEnable() 을 부른다 — 072와 같은 사고, 네 번째다.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SetActive(true) 를 빼면 아무것도 안 나온다.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에러도 로그도 없다. 그래서 더 헷갈린다.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10673791" cy="2830068"/>
          </a:xfrm>
          <a:prstGeom prst="roundRect">
            <a:avLst>
              <a:gd name="adj" fmla="val 5396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10161727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GameObject Take(GameObject prefab, Vector3 pos, Quaternion rot)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GameObject go = null;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(drawer.Count &gt; 0 &amp;&amp; go == null) go = drawer.Dequeue();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(go == null) { go = Instantiate(prefab, pos, rot); Created++;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           { go.transform.SetPositionAndRotation(pos, rot); Reused++;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go.SetActive(true);   // 이 줄을 빼면 아무것도 안 나온다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go;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5029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증상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965192" y="502920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543153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596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몬스터가 아예 안 나옴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965192" y="5596128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SetActive(true) 누락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6053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번째부터 체력 0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965192" y="6053328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 를 OnEnable 로 안 바꿨다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4008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Destroy(go, 2f) 는 풀링과 절대 같이 못 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예약해 둔 파괴가 서랍 속 물건까지 없앤다.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전 — 2초 뒤에 없애 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Destroy(gameObject, lifeTime);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그 사이에 반납해서 서랍에 들어가 있으면? 서랍 속 물건이 사라진다.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3566160"/>
            <a:ext cx="10673791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3767328"/>
            <a:ext cx="10161727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후 — 수명을 직접 센다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OnEnable() { rb.linearVelocity = transform.up * speed; lifeLeft = lifeTime;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lifeLeft -= Time.deltaTime;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(lifeLeft &lt;= 0f) PoolManager.Despawn(gameObject);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596188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Destroy( 를 검색해 인자가 두 개인 것을 전부 찾는다. 우리 프로젝트엔 Projectile 한 곳뿐이었다.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OnEnable 이 먼저 돈다 — 방향을 꺼낼 때 같이 준다.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Instantiate 시절의 순서가 풀링에서는 안 통한다.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 호출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SetActive(true)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 OnEnable 실행   ← 여기서 transform.up 을 읽는다 (아직 옛날 방향!)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shot.transform.up = dir   ← 너무 늦다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3753612"/>
            <a:ext cx="10673791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3954780"/>
            <a:ext cx="1016172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Quaternion rot = Quaternion.FromToRotation(Vector3.up, dir);   // 064의 transform.up 과 같은 뜻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shot = PoolManager.Spawn(projectilePrefab, transform.position, rot);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" y="4969764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4984" y="5170932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재활용해도 방향이 제대로 바뀐다 (실측)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총알 1발   속도=(12.0, 0.0)     ← 오른쪽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재활용     속도=(0.0, 12.0)     ← 위쪽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네 줄로 프레임이 열 배 살아난다.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화면에 300마리 있으나 250마리 있으나 플레이어는 구분 못 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576072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5248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[SerializeField] private int maxAlive = 250;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SpawnOne()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꽉 찼으면 안 만든다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(Enemy.AliveCount &gt;= maxAlive)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maxAlive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느낌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66560" y="232257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487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후반이 심심하다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2907792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꽉 차 보이고 프레임도 산다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438144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547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떨어지기 시작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3968496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49884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AliveCount 는 static — 씬을 다시 열어도 안 사라진다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495604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097에서 배운 그것이다. GameManager.Awake 에서 Enemy.ResetAliveCount() 로 되돌린다. 안 하면 다시 시작했을 때 몬스터가 한 마리도 안 나온다.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재본 결과 — 프레임을 살리는 건 상한이다.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같은 조건에서 세 가지 상태를 비교했다.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상태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330952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살아 있는 몬스터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439912" y="192024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평균 FPS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 ✗ · 상한 ✗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330952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3668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39912" y="248716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 ✓ · 상한 ✗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330952" y="2944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2757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39912" y="294436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 ✓ · 상한 250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3401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39912" y="340156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442.3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13308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가운데 줄 — 풀링만 해서는 프레임이 안 살아난다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그럼 풀링이 준 것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330952" y="4590288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8952" y="499262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5157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만드는 비용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5330952" y="5157216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µs → 5 µs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" y="546811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쓰레기(GC)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5330952" y="5577840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KB → 0 KB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" y="588873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952" y="59984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재사용 비율 (12초 플레이)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5330952" y="5998464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8952" y="6309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경로에 한글이 있으면 빌드가 실패한다.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031회차에서 경고한 것의 대가를 치르는 날.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C:\Users\hong\Unity\WaveBreaker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 C:\Users\홍길동\바탕화면\유니티\웨이브브레이커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0632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빌드 전에 전원이 경로를 채팅에 붙여넣게 한다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옮기는 순서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520440"/>
            <a:ext cx="7927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39227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087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4087368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유니티를 완전히 닫는다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4434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4544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4544568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폴더를 통째로 C:\Unity\WaveBreaker 같은 영문 경로로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4892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5001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5001768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Unity Hub 에서 Add 를 누르고 옮긴 폴더를 고른다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349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458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02152" y="5458968"/>
            <a:ext cx="7927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여는 데 몇 분 걸린다 (정상)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8064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608076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Assets · Packages · ProjectSettings 세 폴더는 절대 빠뜨리면 안 된다. Library 는 다시 만들어진다.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빌드 — Mono 로 두면 1분, IL2CPP 면 수십 분.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수업에서는 Mono 를 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Player Settings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57607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Product Name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웨이브 브레이커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3464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기본 해상도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1280 x 720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29184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Fullscreen Mode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74904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Resizable Window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3858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20624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Scripting Backend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3502152" y="4315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66344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빌드 결과 (실측)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232257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2487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Succeeded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28346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0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걸린 시간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64.0초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32918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66560" y="3401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빌드 크기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0" y="3401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 MB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66560" y="37490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0" y="3858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에러 / 경고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66560" y="42062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66560" y="4315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WaveBreaker.exe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0" y="4315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652 KB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766560" y="46634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8952" y="5102352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폴더를 통째로 줘야 한다 — .exe 만 보내면 안 돌아간다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758952" y="5559552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14984" y="5760720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WaveBreaker.exe          0.64 MB   ← 이걸 더블클릭한다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UnityPlayer.dll         35.42 MB   ← 유니티 엔진 본체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WaveBreaker_Data\                  ← 씬 · 이미지 · 소리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실행까지 확인한다. 검은 화면이면 씬 등록을 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빌드가 됐다 ≠ 게임이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강사가 확인한 것 (실측)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프로세스 시작됨    8초 뒤 살아있음 = True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메모리 = 594 MB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Player.log — 에러 없음, 물리(PhysX)·입력 초기화 정상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584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확인할 것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879592" y="3584448"/>
            <a:ext cx="5550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되면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398678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1513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창 제목이 '웨이브 브레이커'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879592" y="4151376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Name 미변경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4988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6085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타이틀 화면이 뜬다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879592" y="4608576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Settings 0번이 Title 인지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9560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0657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창 크기를 바꿔도 UI 가 안 깨진다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879592" y="5065776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091·092 회수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4132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5229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소리가 난다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5879592" y="5522976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볼륨 / 장치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" y="5870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614476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Player.log 는 AppData\LocalLow\&lt;Company&gt;\&lt;Product&gt;\ 에 생긴다. 빌드 문제는 여기부터 본다.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과정에서 가장 중요한 20분.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'백업했어요' 라는 대답을 믿지 않는다. 화면으로 확인한다.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압축할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뺄 것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976872" y="1828800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둘 곳 (두 군데 이상)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231136"/>
            <a:ext cx="10673791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Assets\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67912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Library\  (수 GB)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76872" y="2395728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(드라이브 · OneDrive)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743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852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Packages\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2852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Temp\  obj\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2852928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 또는 외장 하드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2004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310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ProjectSettings\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67912" y="3310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Builds\  Logs\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3310128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(해본 학생)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657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005072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군데만 두면 백업이 아니다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462272"/>
            <a:ext cx="106737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의심해서가 아니라, 이게 안 되면 7개월이 날아가서다. 강사가 한 명씩 화면 공유로 파일을 눈으로 본다.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53218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105 / 140 회차 — 75%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만든 건 그대로 남는다.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5468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106회차 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5797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네트워크 협동 20회차. 안전망을 깔고 시작한다.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21주차 · 분기점</dc:title>
  <dc:subject>PptxGenJS Presentation</dc:subject>
  <dc:creator>WaveBreaker 강의</dc:creator>
  <cp:lastModifiedBy>WaveBreaker 강의</cp:lastModifiedBy>
  <cp:revision>1</cp:revision>
  <dcterms:created xsi:type="dcterms:W3CDTF">2026-09-03T05:54:22Z</dcterms:created>
  <dcterms:modified xsi:type="dcterms:W3CDTF">2026-09-03T05:54:22Z</dcterms:modified>
</cp:coreProperties>
</file>