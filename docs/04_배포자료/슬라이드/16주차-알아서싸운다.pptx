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5의 종료 조건은 재미가 아니라 '한 바퀴' 다. 080에서 시작→전투→사망→게임오버→재시작이 돌면 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080 회고에서 이 표를 다시 띄운다. 15회차 동안 진짜 새로 배운 건 네 개 정도라는 걸 학생이 직접 세어보게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033 로봇팔 씬을 실제로 열어서 Shoulder 를 돌려 보여준다. 3개월 전에 배운 게 오늘 무기가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Enter 로 만들어 궤도에 갇힌 몬스터가 한 대만 맞는 걸 보여준 뒤 Stay 로 바꾼다. 문제를 겪게 하는 게 먼저다.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5분을 진짜로 준다. 시간이 아깝게 느껴져도 이 5분이 다음 15분을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 레벨업에서 bladeCount 를 올리고 Build() 를 다시 부른다. 오늘 만든 게 그대로 쓰인다는 걸 예고한다.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함정은 리스트를 다루는 어떤 언어에서도 똑같이 나온다. 여기서 한 번 겪어두면 평생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회차에 하나씩 만들고 확인하는 습관을 여기서 명시적으로 가르친다. 078은 조준, 079는 발사.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0f 로 시작하면 아무도 안 잡히는 걸 한 번 실행해서 보여준다. 도전 미션 1번이기도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선이 가장 가까운 적을 따라 탁탁 옮겨 다니는 걸 Scene 뷰로 보여준다. 이 회차의 정점이다.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Destroy(gameObject, lifeTime) 를 빼면 총알이 영원히 날아간다. 048에서 겪은 사고가 여기서 다시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와 yield break 의 차이를 짚는다. continue 는 다음 바퀴로, break 는 코루틴 종료(051).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999 를 실제로 넣어 보여주면 학생이 '너무 세면 재미없다' 를 스스로 말한다. 077의 칼 개수와 같은 이야기다.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ChargerEnemy 를 Enter 에서 Stay 로 바꾼 뒤 무적시간 없이 한 번 실행해 순식간에 죽는 걸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066에서 자리만 만들어 둔 GameState 가 14주 만에 쓰인다. '지금 안 쓰는데 왜 넣어요' 에 대한 답이다.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지금까지는 재미를 얹을 뼈대를 만든 것이다. Phase 6에서 경험치·레벨업·업그레이드가 붙으면 '강해지는' 게임이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버튼이 없다.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무기가 알아서 싸운다. 그리고 Phase 5가 한 바퀴 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76_Bl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892808"/>
            <a:ext cx="4352544" cy="2450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076 – 080회차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5 · 무기와 코어 루프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새 문법은 셋. 나머지는 3개월치 회수다.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회전 무기 ① 도는 칼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212848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 로봇팔 · OnTriggerStay2D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회전 무기 ② 개수 늘리기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999232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각도 분배 · Mathf.Deg2Rad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조준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3785616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최솟값 · Gizmos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발사와 관통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572000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 총알 · pierce--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 루프 완성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무적시간 · 057 게임오버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6263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문법은 OnTriggerStay2D · Mathf.Deg2Rad · Gizmos 뿐이다.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"공격 버튼이 없어요?"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반드시 나오는 질문이다. 답이 오늘의 절반이다.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6035040" cy="1737360"/>
          </a:xfrm>
          <a:prstGeom prst="roundRect">
            <a:avLst>
              <a:gd name="adj" fmla="val 1315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24712" y="2286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장르는 어디로 움직일지만 정하는 게임이다.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3108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100마리를 일일이 조준하면 손만 아프다. 대신 어느 무리에 뛰어들지를 계속 정한다.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069080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075의 Space 를 뗀다.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5262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PlayerAttack 컴포넌트를 Player 에서 뗀다. 스크립트 파일은 남겨둔다 — 지운 게 아니라 무기로 대체한 것이다.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011680"/>
            <a:ext cx="4117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033 로봇팔을 다시 연다.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0" y="2560320"/>
            <a:ext cx="4117543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71232" y="2761488"/>
            <a:ext cx="3605479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Blades      ← 이게 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 Blade   ← 공전한다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018788"/>
            <a:ext cx="41175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부모를 돌리면 자식이 궤도를 그린다. Player 에 직접 붙이면 캐릭터 그림까지 돈다. 그래서 중간에 빈 오브젝트를 하나 둔다.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Enter 는 한 번뿐이다.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칼 궤도 안에 갇힌 몬스터는 한 대만 맞는다.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함수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31927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불리나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배운 회차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OnTriggerEnter2D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1927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닿는 순간 한 번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7180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81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OnTriggerStay2D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19272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닿아 있는 동안 계속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513832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2044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30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OnTriggerExit2D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19272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떨어지는 순간 한 번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513832" y="3630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06908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544568"/>
            <a:ext cx="658368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745736"/>
            <a:ext cx="60716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OnTriggerStay2D(Collider2D other)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(Time.time &lt; nextHitTime)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(!other.CompareTag("Enemy"))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nextHitTime = Time.time + hitInterval;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target.TakeDamage(damage);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965960"/>
            <a:ext cx="37517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Stay 에 쿨다운이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없으면?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017520"/>
            <a:ext cx="375178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매 프레임 피해가 들어간다. 075에서 Space 를 꾹 눌렀을 때와 똑같은 문제이고, 해결도 똑같이 Time.time 이다.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4572000"/>
            <a:ext cx="37517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쿨다운은 칼 한 자루에 하나다. 여러 마리에 동시에 닿아도 0.3초에 한 번. 몬스터별로 세는 건 지금 필요 없다.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손으로 6개를 놓게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5분이면 학생이 짜증을 낸다. 그 짜증이 코드를 쓰는 이유다.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학생이 겪는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050792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간격이 어긋난다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253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60도를 눈으로 맞출 수 없다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2666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Position 을 못 정한다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3136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대각선 자리의 x, y 를 모른다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63016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739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개수를 바꾸면 처음부터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37398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5개로 바꾸려면 전부 다시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23367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709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미리 설명하면 안 와닿는다.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1663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"코드로 하면 편해요" 를 먼저 말하면 그냥 받아적는다. 손으로 해보고 나면 코드가 답이라는 걸 스스로 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1965960"/>
            <a:ext cx="3568903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167128"/>
            <a:ext cx="3056839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3개 → 360÷3 = 120도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· 120 · 240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6개 → 360÷6 = 60도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· 60 · 120 ·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180 · 240 · 300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041648"/>
            <a:ext cx="35689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069에서 타일을 원형으로 놓아본 그 계산이다.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개수만 바꾸면 알아서 퍼진다.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실행 중에 1 → 3 → 6 → 12 로 바꿔 보여준다.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67512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1630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bladeCount; i++)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angle = 360f / bladeCount * i;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rad = angle * Mathf.Deg2Rad;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 blade = Instantiate(bladePrefab, transform);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blade.transform.localPosition = new Vector3(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Mathf.Cos(rad) * radius, Mathf.Sin(rad) * radius, 0f);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91032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Mathf.Deg2Rad 를 빼면 한 자리에 몰린다.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36752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Cos/Sin 은 도가 아니라 라디안을 받는다. 라디안이 뭔지는 몰라도 된다 — "각도를 넣을 땐 * Mathf.Deg2Rad" 만 외우면 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965960"/>
            <a:ext cx="3749040" cy="2587752"/>
          </a:xfrm>
          <a:prstGeom prst="roundRect">
            <a:avLst>
              <a:gd name="adj" fmla="val 883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C:\Users\user\Github\WaveBreaker\docs\04_배포자료\슬라이드\shots2\final\077_SixBl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167128"/>
            <a:ext cx="3346704" cy="170992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82128" y="395020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bladeCount = 6 · 정확히 60도 간격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4663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실측 — 6개의 localPosition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(2, 0) (1, 1.73) (−1, 1.73)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(−2, 0) (−1, −1.73) (1, −1.73)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지울 때는 뒤에서부터.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앞에서부터 지우면 절반만 지워진다.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583680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0716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transform.childCount - 1; i &gt;= 0; i--)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Destroy(transform.GetChild(i).gameObject);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앞에서부터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일이 나나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123944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288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i=0 을 지운다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42885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뒤가 한 칸씩 당겨진다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4745736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855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i=1 로 간다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4855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원래 2번을 보게 된다 — 1번을 건너뛴다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8952" y="5312664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422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5422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절반만 지워지고 칼이 쌓인다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5879592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965960"/>
            <a:ext cx="3751783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01000" y="2240280"/>
            <a:ext cx="31117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Build() 를 다시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부를 때마다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칼이 쌓인다.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206240"/>
            <a:ext cx="37517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일부러 겪게 한다.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709160"/>
            <a:ext cx="37517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앞에서부터 지우는 for 로 한 번 실행해 몇 개가 남는지 세어보게 한다. 설명보다 빠르다.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 전체를 뒤지지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미니게임은 10마리였고, 지금은 100마리가 넘는다.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95351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064 미니게임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078 본 프로젝트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949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 찾는 법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FindGameObjects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OverlapCircleAll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범위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씬 전체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사거리 안만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 수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2953512" y="3739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10마리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3739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100마리+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70916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사거리 밖은 어차피 못 쏜다.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5166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볼 필요가 없는 걸 보지 않는 것 — 최적화의 첫 번째 원칙이다. 알고리즘을 바꾼 게 아니라 보는 대상을 줄였다.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1965960"/>
            <a:ext cx="3386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오늘은 쏘지 않는다.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468880"/>
            <a:ext cx="33860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조준까지만 만들고 눈으로 확인한다. 발사까지 한 번에 하면 엉뚱한 적을 쏠 때 조준이 틀린 건지 발사가 틀린 건지 알 수 없다.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4주차 콘솔과 같은 코드다.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비교 대상이 숫자가 아니라 거리일 뿐이다.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48640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9743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4주차 · 콘솔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 = scores[0];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(scores[i] &lt; min)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 = scores[i];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4894783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93992" y="2167128"/>
            <a:ext cx="4382719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078 · 조준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minDistance = float.MaxValue;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nearest = null;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(hit)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(distance &lt; minDistance)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minDistance = distance;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nearest = hit.transform; 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5902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다른 건 둘 — 비교 대상이 거리라는 것, 그리고 "누구였는지" 도 기록한다는 것.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5367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시작값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5367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57698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9344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float.MaxValue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5934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적이 무조건 이기게. 0f 로 시작하면 아무도 못 이긴다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3733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6483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nearest = null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36392" y="6483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사거리 안에 아무도 없을 수 있다. null 이 "없다" 를 알려준다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69220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숫자보다 선 하나가 빠르다.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보이는 걸 만들면 디버깅이 쉬워진다.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583680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071616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OnDrawGizmosSelected()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Gizmos.color = Color.cyan;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Gizmos.DrawWireSphere(transform.position, range);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(CurrentTarget !=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Gizmos.color = Color.red;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Gizmos.DrawLine(transform.position, CurrentTarget.position);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51617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51617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그려지나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564124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7287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OnDrawGizmos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57287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(선택 안 해도)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6112764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62224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OnDrawGizmosSelected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62224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선택했을 때만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60654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1965960"/>
            <a:ext cx="37517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Scene 뷰에만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나온다.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017520"/>
            <a:ext cx="375178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Game 뷰에도, 빌드한 게임에도 안 보인다. 개발용 표시다. Gizmo 가 안 보인다는 질문의 절반은 Game 뷰를 보고 있어서다.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754880"/>
            <a:ext cx="37517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하늘색 원 = 사거리</a:t>
            </a:r>
            <a:endParaRPr lang="en-US" sz="15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빨간 선 = 지금 조준 중인 적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 벡터를 up 에 넣으면 끝이다.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Quaternion 계산을 직접 할 필요가 없다.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94944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43737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 dir = ((Vector2)CurrentTarget.position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- (Vector2)transform.position).normalized;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shot = Instantiate(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projectilePrefab, transform.position, Quaternion.identity);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shot.transform.up = dir;   // 064에서 배운 그 한 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33882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줄을 빼면 전부 위로만 날아간다.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79602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일부러 빼고 한 번 실행해 보여준다. 총알이 적을 향하지 않고 일제히 위로 가는 그림이 설명보다 빠르다.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386023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2167128"/>
            <a:ext cx="2873959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Projectile.Start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transform.up * 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Destroy(gameObject,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lifeTime);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041648"/>
            <a:ext cx="33860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047의 Bullet 과 뼈대가 같다. 달라진 건 IDamageable 을 쓴다는 것뿐이다.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 프레임 조준할 이유가 없다.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078에서 남겨둔 숙제를 여기서 회수한다.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95351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Update (078)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코루틴 (079)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조준 횟수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60번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39512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2번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100마리일 때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6000번 계산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39512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200번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쏘는 횟수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2953512" y="3739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2번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3739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2번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709160"/>
            <a:ext cx="676656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910328"/>
            <a:ext cx="625449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WaitForSeconds(fireInterval);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CurrentTarget = FindNearest();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(CurrentTarget == null) continue;   // 다음 바퀴로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발사 ...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078에선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Update 였나.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3017520"/>
            <a:ext cx="35689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Gizmo 로 매 프레임 조준선을 보고 싶어서였다. 실제 이유를 그대로 말해준다. 학생은 이런 답을 기억한다.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572000"/>
            <a:ext cx="35689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옮기고 나면 조준선이 뚝뚝 끊겨 보인다. 정상이다 — 성능을 택한 결과다.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완전히 새로운 건 이 한 줄이다.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숫자를 깎고, 0이면 사라진다. 061의 목숨과 같은 구조다.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58368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0716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target.TakeDamage(damage);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pierce--;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(pierce &lt;= 0)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544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pierce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587752" y="4544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946904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111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5111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마리 맞고 사라진다 (047과 같다)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550408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660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87752" y="5660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마리를 뚫는다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099048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6208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87752" y="62087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쓸어버린다 — 재미가 없다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6647688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1965960"/>
            <a:ext cx="37517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프리팹 원본은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깎인다.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017520"/>
            <a:ext cx="375178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총알마다 자기 pierce 를 갖는다. 복사본의 값이 줄어드는 것이지 원본이 줄어드는 게 아니다 (046).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4572000"/>
            <a:ext cx="3751783" cy="1371600"/>
          </a:xfrm>
          <a:prstGeom prst="roundRect">
            <a:avLst>
              <a:gd name="adj" fmla="val 1666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4846320"/>
            <a:ext cx="31117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pierce-- 를 빼면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발로 화면을 쓴다.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무적시간은 맞는 쪽에 넣는다.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때리는 쪽에 넣으면 몬스터가 100마리일 때 쿨다운도 100개다.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85800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34593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IsInvincible =&gt; Time.time &lt; invincibleUntil;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TakeDamage(int amount)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(IsInvincible)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(currentHealth &lt;= 0) return;   // Die() 중복 방지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invincibleUntil = Time.time + invincibleTime;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910328"/>
            <a:ext cx="6858000" cy="1389888"/>
          </a:xfrm>
          <a:prstGeom prst="roundRect">
            <a:avLst>
              <a:gd name="adj" fmla="val 1098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5111496"/>
            <a:ext cx="63459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: -3  (남은 체력 17)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: -3  (남은 체력 14)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7번 맞고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사망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64099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Game.unity 방치 · 무적 0.6초 · 몬스터가 몇 마리든 같은 속도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965960"/>
            <a:ext cx="34774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눈으로 알려준다.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468880"/>
            <a:ext cx="347746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무적 동안 스프라이트를 반투명하게 만든다. 078의 Gizmo 와 같은 이야기 — 보이게 만들면 이해가 빠르다.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114800"/>
            <a:ext cx="34774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currentHealth &lt;= 0 검사를 빼면 Die() 가 여러 번 불린다. 057의 isGameOver 와 같은 사고다.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한 바퀴가 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5의 종료 조건은 재미가 아니라 이것이다.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760720" cy="3721608"/>
          </a:xfrm>
          <a:prstGeom prst="roundRect">
            <a:avLst>
              <a:gd name="adj" fmla="val 614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080_Game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5358384" cy="28437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08406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웨이브 6 · 처치 51 · 체력 0/20 — 조작 없이 방치한 결과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03720" y="1965960"/>
            <a:ext cx="4529023" cy="1371600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69480" y="2240280"/>
            <a:ext cx="37975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 → 전투 → 사망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→ 게임오버 → 재시작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확인한 것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측정값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03720" y="401421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4178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사망까지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4178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7대 · 3피해씩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03720" y="4562856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4672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게임오버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46725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 = 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03720" y="5056632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 재시작 후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1 · hp 20/20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03720" y="5550408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720" y="5660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재시작 상태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566013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 · scale 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03720" y="6044184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6355080"/>
            <a:ext cx="4529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재미없어도 된다. 끝까지 도는 것이 기준이다.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5 회고 — 15회차 동안.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진짜 새로 배운 건 네 개 정도다.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4767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만든 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56632" y="1783080"/>
            <a:ext cx="6373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회수한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066–068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착수 · 이동 · 카메라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056632" y="2350008"/>
            <a:ext cx="6373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enum(5주) · 입력 분리 · LateUpdate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67919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069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47672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무한 맵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2788920"/>
            <a:ext cx="6373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이번 Phase 유일한 신기술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1181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070–072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47672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Enemy · IDamageable · 3종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056632" y="3227832"/>
            <a:ext cx="6373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 콘솔 설계 · 상속 · override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5570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6667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073–075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47672" y="3666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 · 웨이브 · 처치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056632" y="3666744"/>
            <a:ext cx="6373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Layer(045) · 코루틴(051) · TMP(056)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9959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105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076–080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47672" y="4105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무기 2종 · 코어 루프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056632" y="4105656"/>
            <a:ext cx="6373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 로봇팔 · 4주차 최솟값 · 057 게임오버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690872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3개월 전 콘솔에서 배운 상속이 몬스터가 됐고, 로봇팔이 무기가 됐다.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0" y="5212080"/>
            <a:ext cx="12191695" cy="1645920"/>
          </a:xfrm>
          <a:prstGeom prst="roundRect">
            <a:avLst>
              <a:gd name="adj" fmla="val 1388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532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Phase 6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870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레벨업하면 카드 세 장이 뜬다.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650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081회차 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980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 선택이 이 장르의 진짜 재미다.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16주차 · 알아서 싸운다</dc:title>
  <dc:subject>PptxGenJS Presentation</dc:subject>
  <dc:creator>WaveBreaker 강의</dc:creator>
  <cp:lastModifiedBy>WaveBreaker 강의</cp:lastModifiedBy>
  <cp:revision>1</cp:revision>
  <dcterms:created xsi:type="dcterms:W3CDTF">2026-09-02T11:08:34Z</dcterms:created>
  <dcterms:modified xsi:type="dcterms:W3CDTF">2026-09-02T11:08:34Z</dcterms:modified>
</cp:coreProperties>
</file>