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5까지는 '잡는 게임' 이었다. 이번 주가 끝나면 '강해지는 게임' 이 된다. 085 마지막에 5분간 직접 플레이시켜 그 차이를 느끼게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081은 일부러 쉽게 만들었다. Phase 첫날에 체력을 쓰지 않게 하고 084에 몰아준다.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6은 이 과정에서 재미가 생기는 유일한 구간이다. 첫 시간에 그 프레임을 잡아주면 5회차 내내 동기가 유지된다.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Rigidbody 가 아예 없으면 유니티가 '안 움직이는 물체' 로 보고 움직일 때마다 계산을 다시 한다. Kinematic 이 정답이다.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Lerp 는 영원히 조금씩 남아서 먹히는 순간이 애매해진다. 도착이 중요한 곳에는 MoveTowards 를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강한 게 재미있는 게 아니다. 077의 칼 개수, 079의 관통 수에 이어 세 번째로 같은 이야기를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게임 디자인은 코드가 아니라 숫자다. 같은 코드로 완전히 다른 게임이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NeedExp 가 0 이하가 되면 while 이 무한 루프에 빠져 유니티가 멈춘다. baseExp 는 1 이상이어야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039 실습 씬을 실제로 열어서 코드를 띄운다. 그 다음에 'deltaTime 이 0이 되면?' 을 묻고 학생 답을 기다린다.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목록은 말로 설명하지 말고 멈춘 상태에서 하나씩 눌러보며 확인시킨다. 확인 뒤 Debug.Log 는 반드시 지운다.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이 먹히는 이유를 여기서 다시 짚는다. Input 은 키보드를 직접 읽으므로 시간과 상관이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버튼이 안 눌린다는 질문의 대부분은 EventSystem 이다. Hierarchy 를 먼저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람다와 클로저 캡처를 정면으로 설명하지 않는다. '반복문 변수는 지역 변수에 담는다' 라는 규칙으로만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Mathf.Max 로 하한을 두지 않으면 연사 간격이 음수가 된다. 074의 웨이브 간격과 같은 사고, 세 번째다.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085 마지막에 5분간 각자 한 판 하게 한다. 칼만 고른 사람과 연사만 고른 사람의 차이를 이야기하면 다음 주 8종으로 자연스럽게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087 전에 반드시 '공격력 20%를 25%로 바꾸세요' 를 시킨다. 불편을 겪지 않으면 SO 를 왜 쓰는지 이해하지 못하고 코드만 베낀다.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19659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17주차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237744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강해진다.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356616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장르의 재미는 전부 레벨업에서 나온다. 5회차 뒤에 게임이 달라진다.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691640"/>
            <a:ext cx="4754880" cy="3108960"/>
          </a:xfrm>
          <a:prstGeom prst="roundRect">
            <a:avLst>
              <a:gd name="adj" fmla="val 735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C:\Users\user\Github\WaveBreaker\docs\04_배포자료\슬라이드\shots2\final\085_Level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2008" y="1892808"/>
            <a:ext cx="4352544" cy="2450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" y="5120640"/>
            <a:ext cx="3108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" y="5285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414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081 – 085회차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58952" y="5596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6 · 경험치와 레벨업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흐름.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쉬운 회차로 열고, 어려운 건 084에 몰려 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011680"/>
            <a:ext cx="10673791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284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627632" y="221284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경험치 젬 드롭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336792" y="2212848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Instantiate 한 줄 — 047과 같다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2798064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99923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627632" y="29992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자석 흡수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999232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Vector3.MoveTowards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584448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785616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78561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경험치와 레벨업 곡선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6336792" y="3785616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두 개로 한 판의 리듬이 정해진다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4370832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" y="4572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시간을 멈춘다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4572000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Phase 최고 난도 · 039 회수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5157216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35838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3583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업그레이드 3택 1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336792" y="5358384"/>
            <a:ext cx="50959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게임이 게임이 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8952" y="5943600"/>
            <a:ext cx="10673791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" y="6263640"/>
            <a:ext cx="1067379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084를 이해 못 하면 085에서 게임이 영영 멈춘다.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지금 게임은 열 판이 다 똑같다.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100마리를 잡아도 처음과 똑같이 약하다.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2011680"/>
            <a:ext cx="6035040" cy="1595628"/>
          </a:xfrm>
          <a:prstGeom prst="roundRect">
            <a:avLst>
              <a:gd name="adj" fmla="val 957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212848"/>
            <a:ext cx="5522976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081  몬스터가 젬을 떨군다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082  젬이 나한테 끌려온다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083  젬을 모으면 레벨이 오른다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084  레벨이 오르면 시간이 멈춘다   ← 제일 어렵다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085  카드 세 장 중 하나를 고른다   ← 게임이 된다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3973068"/>
            <a:ext cx="6035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첫 시간에 이 이야기를 한다.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430268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5회차 뒤에 게임이 완전히 달라진다는 걸 먼저 말해준다. 오늘 코드가 Instantiate 한 줄뿐이어도 학생은 그 방향을 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2011680"/>
            <a:ext cx="4117543" cy="2103120"/>
          </a:xfrm>
          <a:prstGeom prst="roundRect">
            <a:avLst>
              <a:gd name="adj" fmla="val 10870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2331720"/>
            <a:ext cx="338602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로그라이크의 재미는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전부 레벨업에서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나온다.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4389120"/>
            <a:ext cx="41175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한 판 안에서 점점 강해지는 것, 그리고 뭘로 강해질지 고르는 것. 이 둘이 전부다.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081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부모의 Die() 한 곳이면 3종이 다 떨군다.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075에서 처치 수를 셀 때와 똑같다.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2830068"/>
          </a:xfrm>
          <a:prstGeom prst="roundRect">
            <a:avLst>
              <a:gd name="adj" fmla="val 53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2427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 virtual void Die()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(GameManager.Instance != null)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GameManager.Instance.AddKill();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(expGemPrefab != null)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Instantiate(expGemPrefab, transform.position,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Quaternion.identity);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Destroy(gameObject);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511606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null 검사를 왜 넣나.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557326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젬을 안 떨구는 몬스터가 나중에 생긴다. 그때 Inspector 칸을 비워두면 된다. 코드를 안 고친다.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0" y="1965960"/>
            <a:ext cx="3657600" cy="2532888"/>
          </a:xfrm>
          <a:prstGeom prst="roundRect">
            <a:avLst>
              <a:gd name="adj" fmla="val 9025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C:\Users\user\Github\WaveBreaker\docs\04_배포자료\슬라이드\shots2\final\081_G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2167128"/>
            <a:ext cx="3255264" cy="16550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973568" y="3895344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초록 젬 · Lv.4  0/14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44805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Kinematic Rigidbody 를 붙인다.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082에서 코드로 움직일 것이라, 물리에 밀리면 안 된다.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셋 다 '목표로 다가간다' 인데 느낌이 다르다.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상황에 맞는 걸 고른다.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함수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31927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어떻게 움직이나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696712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쓰는 곳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949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MoveTowards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1927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일정 속도, 정확히 도착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696712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젬 자석 (082)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3026664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136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SmoothDamp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19272" y="3136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부드럽게, 서서히 멈춤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31363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(068)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630168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739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Lerp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19272" y="37398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가까울수록 느려짐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5696712" y="37398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도착이 중요하지 않을 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233672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4709160"/>
            <a:ext cx="694944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14984" y="4910328"/>
            <a:ext cx="64373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(Vector2.Distance(transform.position,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player.position) &gt; magnetRange) return;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= Vector3.MoveTowards(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transform.position, player.position,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moveSpeed * Time.deltaTime);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1965960"/>
            <a:ext cx="3386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범위 2.5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젬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46720" y="2916936"/>
            <a:ext cx="3386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46720" y="3081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2.00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끌려와 먹힘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520440"/>
            <a:ext cx="3386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3630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거리 4.00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0" y="3630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4.00 그대로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046720" y="4069080"/>
            <a:ext cx="3386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4453128"/>
            <a:ext cx="338602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젬은 딱 도착해야 한다. 그래서 MoveTowards 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082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숫자 하나가 게임 느낌을 바꾼다.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코드는 세 줄이다. 시간은 값을 정하는 데 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자석 범위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277063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느낌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58521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70632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거의 밟아야 먹는다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2990088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099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70632" y="30998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스쳐 지나가면 먹힌다 — 기본값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557016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6667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70632" y="36667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가만히 서 있어도 다 온다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123944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770632" y="4233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주울 필요가 없어진다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58952" y="4690872"/>
            <a:ext cx="58521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51663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20으로 하면 편하지만 재미가 없다.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" y="56235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젬이 어디 있는지 보고 거기로 갈지 말지 정하는 게 판단이다. 077에서 칼 개수를 정할 때와 같은 이야기다.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1965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끌리는 속도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느낌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32320" y="2368296"/>
            <a:ext cx="43004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25328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느릿느릿. 답답하다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2990088"/>
            <a:ext cx="43004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0" y="30998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30998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 붙는다 — 기본값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132320" y="3557016"/>
            <a:ext cx="43004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32320" y="36667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0" y="36667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순간이동처럼 보인다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32320" y="4123944"/>
            <a:ext cx="43004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0" y="4599432"/>
            <a:ext cx="43004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학생이 직접 정한다.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0" y="5102352"/>
            <a:ext cx="43004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데모 때 "저는 범위를 ○○로 했고 이유는 ○○입니다" 한 문장을 말하게 한다. 그게 게임 디자인이다.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몇 개 모아야 레벨이 오를까.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숫자 두 개로 한 판의 리듬 전체가 정해진다.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400800" cy="1184148"/>
          </a:xfrm>
          <a:prstGeom prst="roundRect">
            <a:avLst>
              <a:gd name="adj" fmla="val 12896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588873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고정      5, 5, 5, 5, 5 …        후반이 너무 쉽다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더하기    5, 8, 11, 14, 17 …     완만하게 어려워진다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곱하기    5, 10, 20, 40, 80 …    금방 벽에 부딪힌다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3515868"/>
            <a:ext cx="6400800" cy="772668"/>
          </a:xfrm>
          <a:prstGeom prst="roundRect">
            <a:avLst>
              <a:gd name="adj" fmla="val 19763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3717036"/>
            <a:ext cx="588873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NeedExp =&gt; baseExp + (Level - 1) * expStep;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4654296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=&gt; 는 저장이 아니라 계산이다.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5111496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물어볼 때마다 계산한다. 레벨이 오르면 값이 자동으로 바뀐다. 따로 갱신할 필요가 없다.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Level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계산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98080" y="2368296"/>
            <a:ext cx="393466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0" y="25328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+ 0×3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0" y="25328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971800"/>
            <a:ext cx="39346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0" y="3081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3081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+ 1×3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0" y="30815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3520440"/>
            <a:ext cx="39346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3630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36301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+ 2×3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4069080"/>
            <a:ext cx="39346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0" y="4178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0" y="4178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+ 3×3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0" y="41788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0" y="4617720"/>
            <a:ext cx="39346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0" y="5001768"/>
            <a:ext cx="393466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실측 — HUD 가 0/5 → 0/8 → 0/11 → 0/14 로 늘어났다.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083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if 로 쓰면 젬을 20개 먹어도 1레벨.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그리고 남는 경험치가 사라진다.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2624328"/>
          </a:xfrm>
          <a:prstGeom prst="roundRect">
            <a:avLst>
              <a:gd name="adj" fmla="val 5819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AddExp(int amount)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 += amount;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(Exp &gt;= NeedExp)   // if 가 아니다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Exp -= NeedExp;      // = 0 이 아니다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Level++;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956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틀린 코드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319272" y="4956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무슨 일이 나나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358384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5229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(Exp &gt;= NeedExp)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19272" y="55229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번에 여러 레벨이 안 오른다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96188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60716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 = 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19272" y="60716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초과분이 사라진다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51052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직접 겪게 한다.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468880"/>
            <a:ext cx="356890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if 로 바꾼 뒤 AddExp(100) 을 한 번 부르게 한다. 레벨이 1만 오르는 걸 보면 설명이 필요 없다.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206240"/>
            <a:ext cx="356890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Exp -= NeedExp 는 061에서 목숨을 깎던 것과 같은 이야기다. 쓴 만큼만 뺀다.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039에서 곱했던 그거다.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timeScale 은 Time.deltaTime 을 0으로 만드는 스위치다.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713232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62025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039회차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transform.position += Vector3.right * moveSpeed * Time.deltaTime;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1     →  deltaTime ≈ 0.016  →  정상 속도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0.5   →  deltaTime ≈ 0.008  →  절반 속도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 = 0     →  deltaTime  = 0     →  안 움직인다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330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게임이 꺼지는 게 아니다.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4590288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Update 는 계속 돈다. 다만 Time.deltaTime 이 0이라 곱한 값이 전부 0이 된다. 이 문장 하나가 084의 전부다.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203143" cy="2194560"/>
          </a:xfrm>
          <a:prstGeom prst="roundRect">
            <a:avLst>
              <a:gd name="adj" fmla="val 10417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2286000"/>
            <a:ext cx="256306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039에서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"왜 곱하지" 했던 게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10주 뒤에</a:t>
            </a:r>
            <a:endParaRPr lang="en-US" sz="15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게임을 멈춘다.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뭐가 멈추고 뭐가 안 멈추나.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 표를 모르면 085에서 버튼이 안 눌린다.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502152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멈추나?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965192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58952" y="2368296"/>
            <a:ext cx="6583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532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몬스터 · 칼 · 젬 · 총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5328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멈춘다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25328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deltaTime 을 곱했다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297180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081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웨이브 코루틴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0815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멈춘다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965192" y="3081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WaitForSeconds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352044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3630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Update 자체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630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 멈춘다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965192" y="36301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값이 0일 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" y="406908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41788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Input · UI 클릭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4178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안 멈춘다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65192" y="41788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시간과 무관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58952" y="461772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8952" y="47274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Time.unscaledTime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3502152" y="47274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계속 는다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65192" y="47274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시간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" y="5166360"/>
            <a:ext cx="658368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" y="5641848"/>
            <a:ext cx="6583680" cy="772668"/>
          </a:xfrm>
          <a:prstGeom prst="roundRect">
            <a:avLst>
              <a:gd name="adj" fmla="val 19763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4984" y="5843016"/>
            <a:ext cx="6071616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ADAD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는 돈다. deltaTime=0  time=42.13  unscaled=45.80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65242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— 멈춘 상태에서 Update 안에 찍은 로그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680960" y="1965960"/>
            <a:ext cx="3751783" cy="1828800"/>
          </a:xfrm>
          <a:prstGeom prst="roundRect">
            <a:avLst>
              <a:gd name="adj" fmla="val 12500"/>
            </a:avLst>
          </a:prstGeom>
          <a:solidFill>
            <a:srgbClr val="006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2240280"/>
            <a:ext cx="30202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움직이는 것만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멈춘다.</a:t>
            </a:r>
            <a:endParaRPr lang="en-US" sz="19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0" y="3063240"/>
            <a:ext cx="302026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CE8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그래서 HUD 도 갱신되고 키도 먹힌다. 085의 카드 클릭이 되는 이유가 여기 있다.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4114800"/>
            <a:ext cx="375178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연출을 만들 땐 unscaledDeltaTime 을 써야 한다. deltaTime 으로 만들면 영원히 안 움직인다.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084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timeScale = 1 을 빼면 영영 멈춘다.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057 · 080 에 이어 세 번째로 같은 사고다.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76656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2544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Close()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panel.SetActive(false);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Time.timeScale = 1f;   // 이걸 빼면 끝이다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133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221992" y="4133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상황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782312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같은 사고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8952" y="4535424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47000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057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21992" y="470001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미니게임 재시작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4782312" y="47000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열어도 멈춰 있다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5157216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526694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221992" y="5266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 프로젝트 게임오버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782312" y="5266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 을 눌러도 멈춰 있다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" y="572414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" y="5833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221992" y="58338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 창 닫기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4782312" y="5833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고르고 나서 안 움직인다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58952" y="629107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0" y="1965960"/>
            <a:ext cx="35689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일부러 빼고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실행해 보여준다.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3017520"/>
            <a:ext cx="356890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"이제 아무것도 못 합니다" 를 한 번 겪으면 세 번째 사고는 안 난다. 말로 세 번 하는 것보다 낫다.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663440"/>
            <a:ext cx="35689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084는 빈 창에 아무 키나 눌러 닫는다. 카드는 085에서 붙인다.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EventSystem 이 없으면 아무것도 안 눌린다.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Canvas 를 코드로 만들었으면 같이 안 생긴다.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58952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필요한 것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85032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없으면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58952" y="2368296"/>
            <a:ext cx="67665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5328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EventSystem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클릭이 아예 안 먹는다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26664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8952" y="3136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Graphic Raycaster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136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Canvas 가 클릭을 못 받는다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3630168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" y="37398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컴포넌트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85032" y="3739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 는 눌러도 반응이 없다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" y="4233672"/>
            <a:ext cx="676656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709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카드는 Image + Button + 자식 Label.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51663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300 × 300 크기로 셋을 330 씩 벌려 놓는다. 056에서 만든 Canvas 위에 얹는 것뿐이다.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1965960"/>
            <a:ext cx="3568903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19872" y="2167128"/>
            <a:ext cx="3056839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LevelUpPanel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 Title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 Card_0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└ Label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 Card_1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Card_2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041648"/>
            <a:ext cx="35689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패널은 Start 에서 꺼둔다. 안 그러면 처음부터 떠 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함정 두 개가 같은 슬라이드에 있다.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둘 다 겪게 한 뒤에 고친다.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949440" cy="2418588"/>
          </a:xfrm>
          <a:prstGeom prst="roundRect">
            <a:avLst>
              <a:gd name="adj" fmla="val 6314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437376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buttons.Length; i++)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UpgradeType type = picked[i];   // 지역 변수에 담는다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labels[i].text = Describe(type);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buttons[i].onClick.RemoveAllListeners();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buttons[i].onClick.AddListener(() =&gt; Choose(type));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47503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빠뜨리면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867912" y="47503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무슨 일이 나나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58952" y="5152644"/>
            <a:ext cx="694944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53172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RemoveAllListeners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53172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3레벨에 한 번 눌러 3개 적용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" y="5774436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58841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지역 변수에 담기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67912" y="58841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카드가 전부 같은 효과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58952" y="6341364"/>
            <a:ext cx="6949440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0" y="1965960"/>
            <a:ext cx="338602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다시 붙일 땐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먼저 지운다.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017520"/>
            <a:ext cx="33860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077에서 칼이 쌓이던 것과 같은 종류의 사고다. 이번 Phase 에서 두 번째다.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480560"/>
            <a:ext cx="338602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() =&gt; Choose(type) 은 "누르면 이걸 해라" 라고 적어두는 것. 지금은 그 이상 설명하지 않는다.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077에서 public 으로 열어둔 게 여기서 값을 한다.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칼 개수를 올리고 다시 배치하면 끝이다.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685800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14984" y="2167128"/>
            <a:ext cx="63459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07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MeleeRing — 077의 Build() 를 그대로 쓴다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AddBlade()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bladeCount++;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Build();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8952" y="4087368"/>
            <a:ext cx="6858000" cy="1801368"/>
          </a:xfrm>
          <a:prstGeom prst="roundRect">
            <a:avLst>
              <a:gd name="adj" fmla="val 8477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14984" y="4288536"/>
            <a:ext cx="634593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(type)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UpgradeType.BladeCount: meleeRing.AddBlade(); break;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UpgradeType.FireRate:   autoGun.SpeedUp(0.06f, 0.12f); break;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UpgradeType.MoveSpeed:  playerController.SpeedUp(0.6f); break;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1965960"/>
            <a:ext cx="347746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9552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고른 카드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55280" y="2916936"/>
            <a:ext cx="347746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BladeCount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92640" y="30815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칼 3 → 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3520440"/>
            <a:ext cx="34774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36301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FireRate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0" y="3630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→ 0.44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55280" y="4069080"/>
            <a:ext cx="34774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41788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MoveSpeed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692640" y="41788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 → 5.6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4617720"/>
            <a:ext cx="347746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5001768"/>
            <a:ext cx="347746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2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칼 4자루의 위치가 (2,0) (0,2) (−2,0) (0,−2) — 정확히 90도로 다시 퍼졌다.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" y="5486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58952" y="548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085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914400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실측 — 5회차의 결승선.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408176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레벨업 → 시간 정지 → 카드 3장 → 강해짐 → 재개.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58952" y="1965960"/>
            <a:ext cx="5943600" cy="3822192"/>
          </a:xfrm>
          <a:prstGeom prst="roundRect">
            <a:avLst>
              <a:gd name="adj" fmla="val 5981"/>
            </a:avLst>
          </a:prstGeom>
          <a:solidFill>
            <a:srgbClr val="F3F3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C:\Users\user\Github\WaveBreaker\docs\04_배포자료\슬라이드\shots2\final\085_Level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5541264" cy="29443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5184648"/>
            <a:ext cx="5541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Lv.2 · timeScale 0 · 서로 다른 카드 3장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0866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확인한 것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372600" y="1965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측정값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086600" y="2368296"/>
            <a:ext cx="434614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86600" y="2532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레벨업 순간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9372600" y="253288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 = 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86600" y="2935224"/>
            <a:ext cx="43461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86600" y="30449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 3장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30449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전부 다른 종류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86600" y="3447288"/>
            <a:ext cx="43461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086600" y="3557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칼 카드 클릭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9372600" y="355701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칼 3 → 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86600" y="3959352"/>
            <a:ext cx="43461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86600" y="4069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클릭 직후</a:t>
            </a:r>
            <a:endParaRPr lang="en-US" sz="1550" dirty="0"/>
          </a:p>
        </p:txBody>
      </p:sp>
      <p:sp>
        <p:nvSpPr>
          <p:cNvPr id="22" name="Text 19"/>
          <p:cNvSpPr txBox="1"/>
          <p:nvPr/>
        </p:nvSpPr>
        <p:spPr>
          <a:xfrm>
            <a:off x="9372600" y="4069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timeScale = 1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86600" y="4471416"/>
            <a:ext cx="43461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086600" y="45811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HUD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9372600" y="458114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Lv.2  0/8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086600" y="4983480"/>
            <a:ext cx="434614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86600" y="5321808"/>
            <a:ext cx="43461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멈춘 동안 젬도 몬스터도 멈춰 있고, HUD 숫자와 클릭만 살아 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" y="566928"/>
            <a:ext cx="106737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이번 주 종료 조건.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58952" y="1060704"/>
            <a:ext cx="106737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7070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다섯 개다. 다음 주는 8종과 데이터 분리다.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58952" y="215798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몬스터가 죽으면 젬을 떨군다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266090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26060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가까이 가면 젬이 끌려온다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" y="316382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108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젬을 모으면 레벨이 오른다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366674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3611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레벨업하면 시간이 멈추고 카드 3장이 뜬다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4169664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9050">
            <a:solidFill>
              <a:srgbClr val="1414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1148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카드를 고르면 실제로 강해진다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65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문법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19659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7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회차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2368296"/>
            <a:ext cx="4529023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Vector3.MoveTowards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532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292608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30358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계산 프로퍼티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06840" y="30358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342900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3538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Time.timeScale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35387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084 (039 회수)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393192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Button.onClick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06840" y="40416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03720" y="4434840"/>
            <a:ext cx="4529023" cy="0"/>
          </a:xfrm>
          <a:prstGeom prst="line">
            <a:avLst/>
          </a:prstGeom>
          <a:noFill/>
          <a:ln w="1270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03720" y="4526280"/>
            <a:ext cx="45290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네 개뿐이다. 나머지는 전부 조합이다.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937760"/>
            <a:ext cx="12191695" cy="1920240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" y="5321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DADAD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다음 주 18주차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58952" y="56875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코드 8군데를 고쳐본 뒤에 SO 를 연다.</a:t>
            </a:r>
            <a:endParaRPr lang="en-US" sz="26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5468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086 – 090회차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412480" y="579729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DADAD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업그레이드 8종 · ScriptableObject · 보스.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17주차 · 강해진다</dc:title>
  <dc:subject>PptxGenJS Presentation</dc:subject>
  <dc:creator>WaveBreaker 강의</dc:creator>
  <cp:lastModifiedBy>WaveBreaker 강의</cp:lastModifiedBy>
  <cp:revision>1</cp:revision>
  <dcterms:created xsi:type="dcterms:W3CDTF">2026-09-02T11:32:22Z</dcterms:created>
  <dcterms:modified xsi:type="dcterms:W3CDTF">2026-09-02T11:32:22Z</dcterms:modified>
</cp:coreProperties>
</file>