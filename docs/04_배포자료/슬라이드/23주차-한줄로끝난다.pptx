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114회차가 Phase 5 규칙 ②의 회수 지점이다. 067에서 입력과 이동을 나눈 이유를 그때 다 못 줬는데, 이번 주가 그 답이다. 이 연결을 못 짚으면 회차의 절반이 날아간다.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접속자 수도 다르게 나온다. 서버는 2명, 클라이언트는 1명. 클라이언트는 자기밖에 못 센다 — 116회차 Rpc 로 해결한다.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실측 로그: 메인은 '태그 없음 — 호스트로 자동 시작', 가상 플레이어는 '태그 Client — 클라이언트로 자동 접속'. Play 한 번으로 양쪽이 붙는다.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 쓰는 축을 끄는 건 106회차의 '인터넷으로 보내는 건 비싸다' 를 실제로 적용하는 자리다.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실험을 학생 전원이 하게 한다. 소유자 권한이 뭔지 말로 듣는 것과 직접 해보는 것은 다르다. 도전 미션 다섯 번째에 넣었다.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101회차와 같은 구조다 — 재고, 나누고, 그 다음에 고친다. 증상을 분류하는 법을 먼저 가르쳐야 학생이 혼자 디버깅할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수업이 끝나면 Simulator 를 반드시 끄게 한다. 켜두면 개발이 괴롭다. 113회차 체크리스트에 '설정을 전부 되돌렸다' 를 넣었다.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112회차에 이 버그를 일부러 남겼다. 113에서 관찰하고 114에서 고친다. 고치는 게 한 줄이라 바로 알려주면 왜 그렇게 짰는지가 안 남는다.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이동 쪽에도 한 줄이 필요하다. Rigidbody2D 가 관성으로 밀어서, 받은 위치와 물리가 싸우면 캐릭터가 부들부들 떤다.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067 코드를 실제로 화면에 띄운다. 25주 전이라 학생이 기억을 못 한다. 띄워놓고 비교해야 연결이 붙는다.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.Value 를 빼먹는 실수가 1등이다. Health 는 상자고 Health.Value 가 값이다. 이 구분을 첫 5분에 못박는다.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OnValueChanged 등록은 OnNetworkSpawn 에서, 해제는 OnNetworkDespawn 에서. 085회차의 RemoveAllListeners 와 같은 이유다.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클라이언트 쪽 화면 상태는 미실측이다 — 가상 플레이어 프로세스 안의 값을 읽을 수단이 없다. 호스트가 받은 데이터로 간접 확인했다.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수업에서는 학생이 두 창을 직접 보므로 이 항목들이 자연히 확인된다. 강사가 자동 검증으로 확인할 수 없었을 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Snapshot_P9_step2 를 여기서 배포한다. 네트워크는 한 번 꼬이면 학생 혼자 못 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117회차가 073(스폰은 매니저 한 곳에서만)의 회수 지점이다. if (!IsServer) return; 한 줄로 끝난다. 그리고 24주차부터 본 게임에 네트워크를 얹기 시작한다.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23주차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줄로 끝난다.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456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111–115 · 14주차에 나눠둔 설계가 25주 뒤에 값을 한다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2인 접속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893710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112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893710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NetworkTransform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8468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113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028468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문제 진단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63227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114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163227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IsOwner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297985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115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297985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NetworkVariable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106회차의 그림이 화면에 나타난다.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게임이 두 개, Console 이 두 개, 각자 '내 것' 이 다르다.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0" y="1874520"/>
            <a:ext cx="4846320" cy="3218688"/>
          </a:xfrm>
          <a:prstGeom prst="roundRect">
            <a:avLst>
              <a:gd name="adj" fmla="val 7102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C:\Users\user\Github\WaveBreaker\docs\04_배포자료\슬라이드\shots2\final\111_TwoP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2075688"/>
            <a:ext cx="4443984" cy="23408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84848" y="448970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— 접속자 2명 · 파랑(0번) 주황(1번)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58952" y="1874520"/>
            <a:ext cx="5577840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14984" y="2075688"/>
            <a:ext cx="5065776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메인 에디터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소유자 0  내 것인가 = True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소유자 1  내 것인가 = False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가상 플레이어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소유자 0  내 것인가 = False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소유자 1  내 것인가 = True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58952" y="415594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같은 오브젝트인데 양쪽에서 IsOwner 가 다르다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758952" y="461314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게임이 두 개니까 각자 '내 것' 이 다르다. Console 이 두 개인 것도 같은 이유다 — 로그는 각자 게임에서 찍힌다.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테스트를 하루에 오십 번 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창 두 개에서 버튼을 누르는 건 그때부터 일이다.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10673791" cy="3241548"/>
          </a:xfrm>
          <a:prstGeom prst="roundRect">
            <a:avLst>
              <a:gd name="adj" fmla="val 4711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10161727" cy="2839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Unity.Multiplayer.PlayMode;   // P 가 대문자다 — 오타가 잦다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Start()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#if UNITY_EDITOR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isClient = false;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foreach (string tag in CurrentPlayer.Tags)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(tag == "Client") { isClient = true; break;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(isClient) NetworkManager.Singleton.StartClient();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         NetworkManager.Singleton.StartHost();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#endif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416552" y="5074920"/>
            <a:ext cx="7013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547725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5641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#if UNITY_EDITOR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5641848"/>
            <a:ext cx="701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태그는 에디터 전용이다. 빼면 빌드가 안 된다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9710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6080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메인 에디터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6080760"/>
            <a:ext cx="701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태그가 비어 있다 → 자동으로 호스트가 된다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640994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위치 동기화는 코드 0줄이다.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컴포넌트 하나를 붙이면 끝난다.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NetworkTransform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99432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값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976872" y="1920240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Authority Mode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76872" y="2487168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소유자가 정하고 나머지가 받는다 (107)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44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Interpolate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켬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976872" y="2944368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위치로 부드럽게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291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401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Sync Position Z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끔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76872" y="3401568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2D 라 안 쓴다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749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3858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Sync Rotation / Scale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3858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끔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6872" y="3858768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쓰는 건 안 보낸다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553712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이동 코드는 067과 똑같다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" y="5010912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바뀐 건 부모가 NetworkBehaviour 가 된 것뿐이다. 네트워크라고 이동 코드가 달라지지 않는다 — 그게 오늘의 첫 번째 배움이다.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" y="5596128"/>
            <a:ext cx="10673791" cy="772668"/>
          </a:xfrm>
          <a:prstGeom prst="roundRect">
            <a:avLst>
              <a:gd name="adj" fmla="val 1976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4984" y="5797296"/>
            <a:ext cx="10161727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rb.linearVelocity = input.MoveInput * moveSpeed;   // 067회차와 한 글자도 안 다르다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동기화가 진짜로 흐르는지 확인하는 법.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상대 캐릭터를 억지로 옮겨보면 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[전]        내 것 (-0.75, 0.00)   상대 것 (0.40, 0.00)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[강제 이동]  상대 것 → (99, 99)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[3초 뒤]     내 것 (-0.65, 0.00)   상대 것 (0.40, 0.00)   ← 돌아왔다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24612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상대 캐릭터가 제자리로 돌아왔다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703320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클라이언트가 자기 위치를 계속 보내고 있고, 호스트 화면은 그걸 받아 덮어쓴다. 내가 남의 캐릭터를 마음대로 못 옮긴다 — 그게 소유자 권한이다.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4434840"/>
            <a:ext cx="10673791" cy="786384"/>
          </a:xfrm>
          <a:prstGeom prst="roundRect">
            <a:avLst>
              <a:gd name="adj" fmla="val 19419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4434840"/>
            <a:ext cx="1005199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위치를 보내는 코드를 한 줄도 안 썼다.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'네트워크가 이상해요' 는 진단이 아니다.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증상이 다르면 원인도 고치는 법도 다르다.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#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399032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증상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056632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진짜 원인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348472" y="19202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고치나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2487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99032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키에 둘 다 움직인다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056632" y="2487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입력을 모두가 읽는다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248716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114회차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2990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99032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상대 움직임이 살짝 늦다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056632" y="29900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인터넷을 타고 오니까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48472" y="299008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못 고친다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33832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34930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99032" y="3493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상대 움직임이 뚝뚝 끊긴다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056632" y="3493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초당 몇 번만 보내니까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48472" y="349300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Interpolate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38862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27024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②번은 고칠 수 없다 — 빛보다 빠른 건 없다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" y="4727448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서울-부산 왕복이 10ms 정도다. 그건 물리 법칙이라 줄일 수는 있어도 없앨 수는 없다. 학생이 이걸 알아야 헛수고를 안 한다.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Interpolate 는 점과 점 사이를 채워준다.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위치는 초당 30번만 보낸다.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보낸 것    :   ● ---- ● ---- ● ---- ●      (초당 30개 점)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받은 쪽    :   ● ---- ● ---- ● ---- ●      끊겨 보인다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Interpolate:   ●━━━━●━━━━●━━━━●          점 사이를 이어준다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3787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Tick Rate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770632" y="33787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느낌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33787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3781044"/>
            <a:ext cx="57607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9456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39456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눈에 띄게 끊긴다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39456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4311396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4211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770632" y="44211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기본값. 괜찮다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44211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4786884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48966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770632" y="48966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조금 더 부드럽다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48966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5262372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0" y="33787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Network Simulator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33787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66560" y="3781044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39456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Packet Delay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9418320" y="39456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ms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4311396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0" y="44211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Packet Jitter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9418320" y="44211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ms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4786884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66560" y="48966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Packet Loss</a:t>
            </a:r>
            <a:endParaRPr lang="en-US" sz="1550" dirty="0"/>
          </a:p>
        </p:txBody>
      </p:sp>
      <p:sp>
        <p:nvSpPr>
          <p:cNvPr id="34" name="Text 32"/>
          <p:cNvSpPr txBox="1"/>
          <p:nvPr/>
        </p:nvSpPr>
        <p:spPr>
          <a:xfrm>
            <a:off x="9418320" y="48966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66560" y="5262372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58952" y="555498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로컬 테스트는 RTT 가 0에 가깝다 — 진짜 문제를 못 본다. 그래서 나쁜 인터넷을 흉내낸다.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둘 다 움직이나.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스크립트는 네모마다 하나씩 붙어 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화면 (호스트)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┌─────────────────────────────────────┐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네모 A (내 것)   ← 이 스크립트가 돈다   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네모 B (남의 것) ← 이 스크립트도 돈다   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└─────────────────────────────────────┘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내가 D 키를 누르면 → 둘 다 오른쪽으로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20624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키보드 입력은 내 화면의 모든 네모가 읽는다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663440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구분을 안 해줬으니까. 구분하는 값이 IsOwner 다 — 109회차에 로그로 이미 찍어봤던 그 값이다.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고치는 데 한 줄.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입력을 읽는 곳이 한 군데뿐이라서.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10673791" cy="2830068"/>
          </a:xfrm>
          <a:prstGeom prst="roundRect">
            <a:avLst>
              <a:gd name="adj" fmla="val 5396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10161727" cy="2427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(!IsOwner)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MoveInput = Vector2.zero;   // 안 넣으면 마지막 값이 남아 계속 밀린다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h = Input.GetAxisRaw("Horizontal");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MoveInput = new Vector2(h, v).normalized;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9606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어디에 넣나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965192" y="496062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536295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55275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NetworkPlayerMove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965192" y="5527548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움직이진 않지만 입력은 계속 읽는다 (낭비)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8750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9847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NetworkPlayerInput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965192" y="5984748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입력을 아예 안 읽는다 — 여기가 맞다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63322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만약 067에서 안 나눴다면.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이게 오늘 회차의 절반이다.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5760720" cy="2624328"/>
          </a:xfrm>
          <a:prstGeom prst="roundRect">
            <a:avLst>
              <a:gd name="adj" fmla="val 581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524865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흔히 짜는 방식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PlayerController { void Update()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h = Input.GetAxisRaw(...);   // 여기서 읽고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PlayerAttack { void Update()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(Input.GetKeyDown(Space)) ...   // 여기서도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PlayerDash { void Update()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(Input.GetKeyDown(Shift)) ...   // 여기서도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고칠 곳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66560" y="2276856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2441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나눴다면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2441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전부. 하나만 빠뜨려도 버그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288036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프로젝트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990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NetworkPlayerInput 한 곳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342900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828032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14주차에 번거롭게 나눈 대가를 25주 뒤에 받는다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5285232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앞으로 코드를 짤 때 이 질문을 하라 — "나중에 이 규칙을 바꾸려면 몇 군데를 고쳐야 하나?"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값을 담는 상자.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위치는 NetworkTransform, 숫자는 NetworkVariable.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10673791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10161727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NetworkVariable&lt;int&gt; Health = new NetworkVariable&lt;int&gt;(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20,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NetworkVariableReadPermission.Everyone,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NetworkVariableWritePermission.Server);   // ← 107회차가 코드로 나타난 자리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now = Health.Value;   // 읽기 — 누구나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Health.Value = 13;        // 쓰기 — 서버만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1559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965192" y="4155948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무엇으로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55828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7228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위치 · 회전 · 크기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965192" y="4722876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NetworkTransform (112)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0703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1800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숫자 · 문자 · bool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965192" y="5180076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NetworkVariable&lt;T&gt; — 오늘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5275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56372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번만 알리는 일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965192" y="5637276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Rpc (116회차)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9847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클라이언트는 벽에 부딪힌다.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그게 오늘의 마지막 배움이다.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[호스트에서 깎았을 때]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상대 체력 → 13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[호스트] 소유자 1 체력 20 → 13        ← 양쪽에 전달된다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[클라이언트에서 깎았을 때]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체력은 서버만 바꿀 수 있다. 116회차의 Rpc 가 필요하다.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99592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클라이언트가 '내 체력 깎아줘' 하려면 서버에 부탁해야 한다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4531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 부탁하는 방법이 Rpc 다 — 다음 주 116회차. 오늘은 벽에 부딪히는 것까지가 목표다.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5056632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OnValueChanged 는 양쪽 화면에서 다 불린다 — 체력바를 여기서 갱신하면 된다.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실측 종합.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호스트 화면에서 잰 값이다.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920240"/>
            <a:ext cx="10673791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984" y="2121408"/>
            <a:ext cx="10161727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IsListening=True  IsHost=True  IsServer=True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번호 = 0   접속자 = 2명   접속자 목록 = [0, 1]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플레이어 오브젝트 = 2개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소유자 0  IsOwner=True   위치 (-0.75, 0.00)  색 파랑   체력 20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소유자 1  IsOwner=False  위치 ( 0.40, 0.00)  색 주황   체력 20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3995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확인한 것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96712" y="3995928"/>
            <a:ext cx="5733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439826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45628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2인 동시 접속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696712" y="4562856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— 태그 자동 접속으로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49103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50200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위치 동기화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696712" y="5020056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강제 이동 (99,99) → 3초 뒤 원위치 복귀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53675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54772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NetworkVariable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696712" y="5477256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호스트가 20 → 13, OnValueChanged 로그 확인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58247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59344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싱글 회귀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696712" y="5934456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 → Game, 12초 4킬, NetworkManager 없음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62819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재지 못한 것.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추측을 결과처럼 쓰지 않는다.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재지 못한 것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96712" y="1965960"/>
            <a:ext cx="5733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532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클라이언트 쪽 화면 상태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696712" y="253288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플레이어 프로세스 안의 값을 읽을 수단이 없다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" y="29260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3035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키보드 입력 (WASD)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696712" y="303580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레거시 Input Manager 는 시뮬레이션이 안 된다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4290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538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끊김 · 지연의 체감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696712" y="353872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로컬이라 RTT 가 0에 가깝다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9319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041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Relay 인터넷 접속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5696712" y="404164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UGS 연동이 필요하다 — 124회차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" y="4434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481888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대신 이렇게 확인했다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5276088"/>
            <a:ext cx="106737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이동은 MoveInput 을 코드로 넣어 검증했고, 클라이언트가 살아 있다는 것은 '강제로 옮긴 상대 캐릭터가 돌아온다' 로 간접 확인했다. 클라이언트가 자기 위치를 계속 보내지 않으면 돌아올 수 없다.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주에 쓴 코드의 양.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제일 어려워 보이던 게 제일 짧았다.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30952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줄 수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525512" y="196596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532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NetworkPlayerInput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330952" y="2532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약 25줄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25512" y="253288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067과 거의 같다 + IsOwner 한 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90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NetworkPlayerMove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330952" y="2990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약 25줄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25512" y="299008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067과 거의 같다 + IsOwner 한 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3375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447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NetworkAutoConnect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5330952" y="3447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약 30줄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25512" y="344728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편의용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7947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904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NetworkHealthDemo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5330952" y="3904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약 40줄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25512" y="390448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42519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4361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NetworkTransform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5330952" y="4361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0줄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25512" y="436168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47091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507492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위치 동기화 0줄, '내 것만 조종' 한 줄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" y="553212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네트워크가 어렵다는 건 코드가 길어서가 아니라 그림이 안 그려져서다. 106~107에 두 회차를 쓴 이유가 이것이다.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23주차 회고 — 설계가 값을 했다.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새 문법은 셋뿐이다.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947672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것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879592" y="1783080"/>
            <a:ext cx="5550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새로 배운 것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18541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3500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47672" y="2350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2인 접속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879592" y="2350008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MPPM 태그 · CurrentPlayer.Tags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6426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7523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947672" y="27523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이동 동기화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879592" y="2752344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NetworkTransform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04495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154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947672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진단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879592" y="3154680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Tick Rate · Interpolate · Simulator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4472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5570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947672" y="3557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것만 조종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879592" y="3557016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IsOwner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38496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3959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947672" y="3959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체력 동기화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5879592" y="3959352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NetworkVariable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42519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4489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Game.unity 는 이번 주에도 안 건드렸다 — 완성작은 21주차 그대로다.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53218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 24주차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이번엔 규칙 ①의 회수.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5468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116회차 –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57972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Rpc · 호스트 전용 스폰 · 본 게임 이식.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23주차 · 한 줄로 끝난다</dc:title>
  <dc:subject>PptxGenJS Presentation</dc:subject>
  <dc:creator>WaveBreaker 강의</dc:creator>
  <cp:lastModifiedBy>WaveBreaker 강의</cp:lastModifiedBy>
  <cp:revision>1</cp:revision>
  <dcterms:created xsi:type="dcterms:W3CDTF">2026-09-03T06:52:33Z</dcterms:created>
  <dcterms:modified xsi:type="dcterms:W3CDTF">2026-09-03T06:52:33Z</dcterms:modified>
</cp:coreProperties>
</file>